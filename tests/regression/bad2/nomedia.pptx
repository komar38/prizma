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1">
    <p:present/>
    <p:sldAll/>
    <p:penClr>
      <a:srgbClr val="E5484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view3D>
      <c:rotX val="30"/>
      <c:rotY val="0"/>
      <c:depthPercent val="100"/>
      <c:rAngAx val="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26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</c:ser>
      </c:pie3DChart>
      <c:spPr>
        <a:noFill/>
        <a:ln>
          <a:noFill/>
        </a:ln>
      </c:spPr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1080" b="0">
              <a:solidFill>
                <a:schemeClr val="tx1">
                  <a:alpha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200" b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8582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fld id="{68D71BCF-CFC1-4788-4C4F-92398418607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notes pane. In Presenter view (Alt+F5) only you can see these notes while the audience sees the slide.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the Morph transition. Play the show (F5) to see it.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Animations › Add animation. The Animation pane lists every effect in order.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2"/>
            </a:gs>
            <a:gs pos="58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3657600" y="-4251960"/>
            <a:ext cx="11582400" cy="11582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34000"/>
                </a:schemeClr>
              </a:gs>
              <a:gs pos="37400">
                <a:schemeClr val="accent1">
                  <a:alpha val="153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6339840" y="-4800600"/>
            <a:ext cx="10972800" cy="109728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30000"/>
                </a:schemeClr>
              </a:gs>
              <a:gs pos="37400">
                <a:schemeClr val="accent2">
                  <a:alpha val="135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8778240" y="3566160"/>
            <a:ext cx="5608320" cy="5608320"/>
          </a:xfrm>
          <a:prstGeom prst="ellipse">
            <a:avLst/>
          </a:prstGeom>
          <a:gradFill flip="none" rotWithShape="1">
            <a:gsLst>
              <a:gs pos="0">
                <a:schemeClr val="accent3">
                  <a:alpha val="12000"/>
                </a:schemeClr>
              </a:gs>
              <a:gs pos="37400">
                <a:schemeClr val="accent3">
                  <a:alpha val="54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664190" y="4526280"/>
                </a:moveTo>
                <a:cubicBezTo>
                  <a:pt x="10662920" y="4545330"/>
                  <a:pt x="10655300" y="4565650"/>
                  <a:pt x="10646410" y="4584700"/>
                </a:cubicBezTo>
                <a:cubicBezTo>
                  <a:pt x="10638790" y="4602480"/>
                  <a:pt x="10624820" y="4620260"/>
                  <a:pt x="10613390" y="4636770"/>
                </a:cubicBezTo>
                <a:cubicBezTo>
                  <a:pt x="10601960" y="4654550"/>
                  <a:pt x="10587990" y="4669790"/>
                  <a:pt x="10575290" y="4687570"/>
                </a:cubicBezTo>
                <a:cubicBezTo>
                  <a:pt x="10562590" y="4704080"/>
                  <a:pt x="10551160" y="4721860"/>
                  <a:pt x="10537190" y="4739640"/>
                </a:cubicBezTo>
                <a:cubicBezTo>
                  <a:pt x="10523220" y="4757420"/>
                  <a:pt x="10509250" y="4776470"/>
                  <a:pt x="10490200" y="4794250"/>
                </a:cubicBezTo>
                <a:cubicBezTo>
                  <a:pt x="10471150" y="4812030"/>
                  <a:pt x="10449560" y="4829810"/>
                  <a:pt x="10424160" y="4843780"/>
                </a:cubicBezTo>
                <a:cubicBezTo>
                  <a:pt x="10398760" y="4857750"/>
                  <a:pt x="10368280" y="4870450"/>
                  <a:pt x="10337800" y="4878070"/>
                </a:cubicBezTo>
                <a:cubicBezTo>
                  <a:pt x="10307320" y="4885690"/>
                  <a:pt x="10273030" y="4888230"/>
                  <a:pt x="10241280" y="4888230"/>
                </a:cubicBezTo>
                <a:cubicBezTo>
                  <a:pt x="10209530" y="4888230"/>
                  <a:pt x="10175240" y="4883150"/>
                  <a:pt x="10144760" y="4876800"/>
                </a:cubicBezTo>
                <a:cubicBezTo>
                  <a:pt x="10113010" y="4870450"/>
                  <a:pt x="10083800" y="4860290"/>
                  <a:pt x="10055860" y="4848860"/>
                </a:cubicBezTo>
                <a:cubicBezTo>
                  <a:pt x="10027920" y="4837430"/>
                  <a:pt x="10002520" y="4823460"/>
                  <a:pt x="9979660" y="4808220"/>
                </a:cubicBezTo>
                <a:cubicBezTo>
                  <a:pt x="9956800" y="4792980"/>
                  <a:pt x="9936480" y="4775200"/>
                  <a:pt x="9921240" y="4756150"/>
                </a:cubicBezTo>
                <a:cubicBezTo>
                  <a:pt x="9906000" y="4738370"/>
                  <a:pt x="9893300" y="4718050"/>
                  <a:pt x="9885680" y="4697730"/>
                </a:cubicBezTo>
                <a:cubicBezTo>
                  <a:pt x="9878060" y="4677410"/>
                  <a:pt x="9875520" y="4655820"/>
                  <a:pt x="9872980" y="4635500"/>
                </a:cubicBezTo>
                <a:cubicBezTo>
                  <a:pt x="9871710" y="4616450"/>
                  <a:pt x="9874250" y="4597400"/>
                  <a:pt x="9875520" y="4578350"/>
                </a:cubicBezTo>
                <a:cubicBezTo>
                  <a:pt x="9876790" y="4560570"/>
                  <a:pt x="9878060" y="4544060"/>
                  <a:pt x="9879330" y="4526280"/>
                </a:cubicBezTo>
                <a:cubicBezTo>
                  <a:pt x="9879330" y="4508500"/>
                  <a:pt x="9879330" y="4491990"/>
                  <a:pt x="9879330" y="4474210"/>
                </a:cubicBezTo>
                <a:cubicBezTo>
                  <a:pt x="9880600" y="4456430"/>
                  <a:pt x="9879330" y="4438650"/>
                  <a:pt x="9884410" y="4419600"/>
                </a:cubicBezTo>
                <a:cubicBezTo>
                  <a:pt x="9888220" y="4401820"/>
                  <a:pt x="9894570" y="4381500"/>
                  <a:pt x="9904730" y="4364990"/>
                </a:cubicBezTo>
                <a:cubicBezTo>
                  <a:pt x="9916160" y="4347210"/>
                  <a:pt x="9931400" y="4330700"/>
                  <a:pt x="9949180" y="4316730"/>
                </a:cubicBezTo>
                <a:cubicBezTo>
                  <a:pt x="9966960" y="4302760"/>
                  <a:pt x="9989820" y="4290060"/>
                  <a:pt x="10012680" y="4279900"/>
                </a:cubicBezTo>
                <a:cubicBezTo>
                  <a:pt x="10035540" y="4269740"/>
                  <a:pt x="10060940" y="4262120"/>
                  <a:pt x="10085070" y="4254500"/>
                </a:cubicBezTo>
                <a:cubicBezTo>
                  <a:pt x="10110470" y="4248150"/>
                  <a:pt x="10135870" y="4241800"/>
                  <a:pt x="10161270" y="4236720"/>
                </a:cubicBezTo>
                <a:cubicBezTo>
                  <a:pt x="10187940" y="4231640"/>
                  <a:pt x="10214610" y="4227830"/>
                  <a:pt x="10241280" y="4225290"/>
                </a:cubicBezTo>
                <a:cubicBezTo>
                  <a:pt x="10267950" y="4222750"/>
                  <a:pt x="10297160" y="4221480"/>
                  <a:pt x="10325100" y="4224020"/>
                </a:cubicBezTo>
                <a:cubicBezTo>
                  <a:pt x="10353040" y="4226560"/>
                  <a:pt x="10380980" y="4230370"/>
                  <a:pt x="10406380" y="4237990"/>
                </a:cubicBezTo>
                <a:cubicBezTo>
                  <a:pt x="10433050" y="4245610"/>
                  <a:pt x="10457180" y="4257040"/>
                  <a:pt x="10480040" y="4269740"/>
                </a:cubicBezTo>
                <a:cubicBezTo>
                  <a:pt x="10501630" y="4281170"/>
                  <a:pt x="10521950" y="4296410"/>
                  <a:pt x="10541000" y="4310380"/>
                </a:cubicBezTo>
                <a:cubicBezTo>
                  <a:pt x="10558780" y="4325620"/>
                  <a:pt x="10575290" y="4342130"/>
                  <a:pt x="10590530" y="4358640"/>
                </a:cubicBezTo>
                <a:cubicBezTo>
                  <a:pt x="10605770" y="4375150"/>
                  <a:pt x="10621010" y="4391660"/>
                  <a:pt x="10632440" y="4409440"/>
                </a:cubicBezTo>
                <a:cubicBezTo>
                  <a:pt x="10643870" y="4427220"/>
                  <a:pt x="10654030" y="4447540"/>
                  <a:pt x="10659110" y="4466590"/>
                </a:cubicBezTo>
                <a:cubicBezTo>
                  <a:pt x="10664190" y="4485640"/>
                  <a:pt x="10666730" y="4507230"/>
                  <a:pt x="10664190" y="4526280"/>
                </a:cubicBezTo>
                <a:close/>
                <a:moveTo>
                  <a:pt x="10972800" y="4526280"/>
                </a:moveTo>
                <a:cubicBezTo>
                  <a:pt x="10968990" y="4560570"/>
                  <a:pt x="10953750" y="4593590"/>
                  <a:pt x="10939780" y="4626610"/>
                </a:cubicBezTo>
                <a:cubicBezTo>
                  <a:pt x="10925810" y="4658360"/>
                  <a:pt x="10905490" y="4687570"/>
                  <a:pt x="10886440" y="4719320"/>
                </a:cubicBezTo>
                <a:cubicBezTo>
                  <a:pt x="10868660" y="4749800"/>
                  <a:pt x="10850880" y="4779010"/>
                  <a:pt x="10830560" y="4809490"/>
                </a:cubicBezTo>
                <a:cubicBezTo>
                  <a:pt x="10811510" y="4841240"/>
                  <a:pt x="10793730" y="4874260"/>
                  <a:pt x="10769600" y="4907280"/>
                </a:cubicBezTo>
                <a:cubicBezTo>
                  <a:pt x="10746740" y="4940300"/>
                  <a:pt x="10721340" y="4975860"/>
                  <a:pt x="10687050" y="5006340"/>
                </a:cubicBezTo>
                <a:cubicBezTo>
                  <a:pt x="10652760" y="5036820"/>
                  <a:pt x="10612120" y="5068570"/>
                  <a:pt x="10566400" y="5091430"/>
                </a:cubicBezTo>
                <a:cubicBezTo>
                  <a:pt x="10520680" y="5114290"/>
                  <a:pt x="10466070" y="5133340"/>
                  <a:pt x="10411460" y="5143500"/>
                </a:cubicBezTo>
                <a:cubicBezTo>
                  <a:pt x="10358120" y="5154930"/>
                  <a:pt x="10297160" y="5157470"/>
                  <a:pt x="10241280" y="5154930"/>
                </a:cubicBezTo>
                <a:cubicBezTo>
                  <a:pt x="10185400" y="5153660"/>
                  <a:pt x="10126980" y="5143500"/>
                  <a:pt x="10073640" y="5132070"/>
                </a:cubicBezTo>
                <a:cubicBezTo>
                  <a:pt x="10020300" y="5119370"/>
                  <a:pt x="9968230" y="5101590"/>
                  <a:pt x="9921240" y="5082540"/>
                </a:cubicBezTo>
                <a:cubicBezTo>
                  <a:pt x="9874250" y="5062220"/>
                  <a:pt x="9829800" y="5038090"/>
                  <a:pt x="9791700" y="5010150"/>
                </a:cubicBezTo>
                <a:cubicBezTo>
                  <a:pt x="9753600" y="4983480"/>
                  <a:pt x="9720580" y="4951730"/>
                  <a:pt x="9695180" y="4919980"/>
                </a:cubicBezTo>
                <a:cubicBezTo>
                  <a:pt x="9669780" y="4886960"/>
                  <a:pt x="9652000" y="4850130"/>
                  <a:pt x="9639300" y="4815840"/>
                </a:cubicBezTo>
                <a:cubicBezTo>
                  <a:pt x="9625330" y="4781550"/>
                  <a:pt x="9622790" y="4745990"/>
                  <a:pt x="9618980" y="4711700"/>
                </a:cubicBezTo>
                <a:cubicBezTo>
                  <a:pt x="9613900" y="4678680"/>
                  <a:pt x="9616440" y="4646930"/>
                  <a:pt x="9615170" y="4616450"/>
                </a:cubicBezTo>
                <a:cubicBezTo>
                  <a:pt x="9612630" y="4584700"/>
                  <a:pt x="9611360" y="4556760"/>
                  <a:pt x="9608820" y="4526280"/>
                </a:cubicBezTo>
                <a:cubicBezTo>
                  <a:pt x="9606280" y="4495800"/>
                  <a:pt x="9599930" y="4466590"/>
                  <a:pt x="9599930" y="4434840"/>
                </a:cubicBezTo>
                <a:cubicBezTo>
                  <a:pt x="9599930" y="4403090"/>
                  <a:pt x="9597390" y="4368800"/>
                  <a:pt x="9606280" y="4337050"/>
                </a:cubicBezTo>
                <a:cubicBezTo>
                  <a:pt x="9613900" y="4304030"/>
                  <a:pt x="9627870" y="4271010"/>
                  <a:pt x="9648190" y="4240530"/>
                </a:cubicBezTo>
                <a:cubicBezTo>
                  <a:pt x="9669780" y="4211320"/>
                  <a:pt x="9700260" y="4183380"/>
                  <a:pt x="9732010" y="4160520"/>
                </a:cubicBezTo>
                <a:cubicBezTo>
                  <a:pt x="9765030" y="4136390"/>
                  <a:pt x="9805670" y="4116070"/>
                  <a:pt x="9845040" y="4098290"/>
                </a:cubicBezTo>
                <a:cubicBezTo>
                  <a:pt x="9884410" y="4081780"/>
                  <a:pt x="9926320" y="4066540"/>
                  <a:pt x="9969500" y="4053840"/>
                </a:cubicBezTo>
                <a:cubicBezTo>
                  <a:pt x="10012680" y="4039870"/>
                  <a:pt x="10055860" y="4028440"/>
                  <a:pt x="10101580" y="4018280"/>
                </a:cubicBezTo>
                <a:cubicBezTo>
                  <a:pt x="10146030" y="4008120"/>
                  <a:pt x="10193020" y="3999230"/>
                  <a:pt x="10241280" y="3995420"/>
                </a:cubicBezTo>
                <a:cubicBezTo>
                  <a:pt x="10289540" y="3991610"/>
                  <a:pt x="10340340" y="3990340"/>
                  <a:pt x="10387330" y="3995420"/>
                </a:cubicBezTo>
                <a:cubicBezTo>
                  <a:pt x="10435590" y="4000500"/>
                  <a:pt x="10485120" y="4010660"/>
                  <a:pt x="10529570" y="4025900"/>
                </a:cubicBezTo>
                <a:cubicBezTo>
                  <a:pt x="10574020" y="4039870"/>
                  <a:pt x="10615930" y="4060190"/>
                  <a:pt x="10655300" y="4080510"/>
                </a:cubicBezTo>
                <a:cubicBezTo>
                  <a:pt x="10693400" y="4102100"/>
                  <a:pt x="10727690" y="4127500"/>
                  <a:pt x="10760710" y="4151630"/>
                </a:cubicBezTo>
                <a:cubicBezTo>
                  <a:pt x="10793730" y="4177030"/>
                  <a:pt x="10824210" y="4203700"/>
                  <a:pt x="10852150" y="4232910"/>
                </a:cubicBezTo>
                <a:cubicBezTo>
                  <a:pt x="10878820" y="4260850"/>
                  <a:pt x="10905490" y="4291330"/>
                  <a:pt x="10924540" y="4321810"/>
                </a:cubicBezTo>
                <a:cubicBezTo>
                  <a:pt x="10944860" y="4353560"/>
                  <a:pt x="10961370" y="4387850"/>
                  <a:pt x="10968990" y="4422140"/>
                </a:cubicBezTo>
                <a:cubicBezTo>
                  <a:pt x="10977880" y="4456430"/>
                  <a:pt x="10977880" y="4491990"/>
                  <a:pt x="10972800" y="4526280"/>
                </a:cubicBezTo>
                <a:close/>
                <a:moveTo>
                  <a:pt x="11273790" y="4526280"/>
                </a:moveTo>
                <a:cubicBezTo>
                  <a:pt x="11266170" y="4574540"/>
                  <a:pt x="11245850" y="4621530"/>
                  <a:pt x="11226800" y="4667250"/>
                </a:cubicBezTo>
                <a:cubicBezTo>
                  <a:pt x="11209020" y="4712970"/>
                  <a:pt x="11184890" y="4756150"/>
                  <a:pt x="11163300" y="4800600"/>
                </a:cubicBezTo>
                <a:cubicBezTo>
                  <a:pt x="11141710" y="4846320"/>
                  <a:pt x="11121390" y="4890770"/>
                  <a:pt x="11097260" y="4937760"/>
                </a:cubicBezTo>
                <a:cubicBezTo>
                  <a:pt x="11073130" y="4986020"/>
                  <a:pt x="11051540" y="5036820"/>
                  <a:pt x="11017250" y="5085080"/>
                </a:cubicBezTo>
                <a:cubicBezTo>
                  <a:pt x="10982960" y="5133340"/>
                  <a:pt x="10944860" y="5186680"/>
                  <a:pt x="10894060" y="5229860"/>
                </a:cubicBezTo>
                <a:cubicBezTo>
                  <a:pt x="10843260" y="5273040"/>
                  <a:pt x="10781030" y="5314950"/>
                  <a:pt x="10712450" y="5345430"/>
                </a:cubicBezTo>
                <a:cubicBezTo>
                  <a:pt x="10643870" y="5374640"/>
                  <a:pt x="10563860" y="5397500"/>
                  <a:pt x="10485120" y="5408930"/>
                </a:cubicBezTo>
                <a:cubicBezTo>
                  <a:pt x="10406380" y="5421630"/>
                  <a:pt x="10321290" y="5422900"/>
                  <a:pt x="10241280" y="5417820"/>
                </a:cubicBezTo>
                <a:cubicBezTo>
                  <a:pt x="10161270" y="5412740"/>
                  <a:pt x="10079990" y="5398770"/>
                  <a:pt x="10005060" y="5380990"/>
                </a:cubicBezTo>
                <a:cubicBezTo>
                  <a:pt x="9930130" y="5363210"/>
                  <a:pt x="9856470" y="5339080"/>
                  <a:pt x="9790430" y="5309870"/>
                </a:cubicBezTo>
                <a:cubicBezTo>
                  <a:pt x="9725660" y="5279390"/>
                  <a:pt x="9662160" y="5245100"/>
                  <a:pt x="9611360" y="5205730"/>
                </a:cubicBezTo>
                <a:cubicBezTo>
                  <a:pt x="9559290" y="5166360"/>
                  <a:pt x="9514840" y="5120640"/>
                  <a:pt x="9480550" y="5073650"/>
                </a:cubicBezTo>
                <a:cubicBezTo>
                  <a:pt x="9446260" y="5027930"/>
                  <a:pt x="9424670" y="4975860"/>
                  <a:pt x="9406890" y="4927600"/>
                </a:cubicBezTo>
                <a:cubicBezTo>
                  <a:pt x="9389110" y="4879340"/>
                  <a:pt x="9384030" y="4829810"/>
                  <a:pt x="9375140" y="4784090"/>
                </a:cubicBezTo>
                <a:cubicBezTo>
                  <a:pt x="9367520" y="4738370"/>
                  <a:pt x="9364980" y="4696460"/>
                  <a:pt x="9357360" y="4653280"/>
                </a:cubicBezTo>
                <a:cubicBezTo>
                  <a:pt x="9349740" y="4610100"/>
                  <a:pt x="9339580" y="4569460"/>
                  <a:pt x="9330690" y="4526280"/>
                </a:cubicBezTo>
                <a:cubicBezTo>
                  <a:pt x="9323070" y="4483100"/>
                  <a:pt x="9309100" y="4438650"/>
                  <a:pt x="9307830" y="4392930"/>
                </a:cubicBezTo>
                <a:cubicBezTo>
                  <a:pt x="9305290" y="4347210"/>
                  <a:pt x="9305290" y="4297680"/>
                  <a:pt x="9319260" y="4250690"/>
                </a:cubicBezTo>
                <a:cubicBezTo>
                  <a:pt x="9333230" y="4204970"/>
                  <a:pt x="9357360" y="4157980"/>
                  <a:pt x="9390380" y="4117340"/>
                </a:cubicBezTo>
                <a:cubicBezTo>
                  <a:pt x="9423400" y="4075430"/>
                  <a:pt x="9469120" y="4037330"/>
                  <a:pt x="9517380" y="4004310"/>
                </a:cubicBezTo>
                <a:cubicBezTo>
                  <a:pt x="9565640" y="3971290"/>
                  <a:pt x="9621520" y="3944620"/>
                  <a:pt x="9677400" y="3919220"/>
                </a:cubicBezTo>
                <a:cubicBezTo>
                  <a:pt x="9733280" y="3892550"/>
                  <a:pt x="9791700" y="3870960"/>
                  <a:pt x="9852660" y="3850640"/>
                </a:cubicBezTo>
                <a:cubicBezTo>
                  <a:pt x="9912350" y="3830320"/>
                  <a:pt x="9974580" y="3810000"/>
                  <a:pt x="10039350" y="3794760"/>
                </a:cubicBezTo>
                <a:cubicBezTo>
                  <a:pt x="10104120" y="3780790"/>
                  <a:pt x="10172700" y="3766820"/>
                  <a:pt x="10241280" y="3763010"/>
                </a:cubicBezTo>
                <a:cubicBezTo>
                  <a:pt x="10309860" y="3757930"/>
                  <a:pt x="10382250" y="3757930"/>
                  <a:pt x="10450830" y="3766820"/>
                </a:cubicBezTo>
                <a:cubicBezTo>
                  <a:pt x="10519410" y="3775710"/>
                  <a:pt x="10587990" y="3793490"/>
                  <a:pt x="10650220" y="3815080"/>
                </a:cubicBezTo>
                <a:cubicBezTo>
                  <a:pt x="10713720" y="3835400"/>
                  <a:pt x="10772140" y="3864610"/>
                  <a:pt x="10826750" y="3895090"/>
                </a:cubicBezTo>
                <a:cubicBezTo>
                  <a:pt x="10882630" y="3924300"/>
                  <a:pt x="10933430" y="3958590"/>
                  <a:pt x="10980420" y="3994150"/>
                </a:cubicBezTo>
                <a:cubicBezTo>
                  <a:pt x="11028680" y="4029710"/>
                  <a:pt x="11074400" y="4066540"/>
                  <a:pt x="11113770" y="4105910"/>
                </a:cubicBezTo>
                <a:cubicBezTo>
                  <a:pt x="11154410" y="4146550"/>
                  <a:pt x="11192510" y="4189730"/>
                  <a:pt x="11219180" y="4234180"/>
                </a:cubicBezTo>
                <a:cubicBezTo>
                  <a:pt x="11245850" y="4279900"/>
                  <a:pt x="11267440" y="4329430"/>
                  <a:pt x="11276330" y="4377690"/>
                </a:cubicBezTo>
                <a:cubicBezTo>
                  <a:pt x="11285220" y="4427220"/>
                  <a:pt x="11282680" y="4478020"/>
                  <a:pt x="11273790" y="4526280"/>
                </a:cubicBezTo>
                <a:close/>
                <a:moveTo>
                  <a:pt x="11567160" y="4526280"/>
                </a:moveTo>
                <a:cubicBezTo>
                  <a:pt x="11557000" y="4588510"/>
                  <a:pt x="11532870" y="4648200"/>
                  <a:pt x="11512550" y="4707890"/>
                </a:cubicBezTo>
                <a:cubicBezTo>
                  <a:pt x="11492230" y="4768850"/>
                  <a:pt x="11469370" y="4824730"/>
                  <a:pt x="11447780" y="4885690"/>
                </a:cubicBezTo>
                <a:cubicBezTo>
                  <a:pt x="11426190" y="4946650"/>
                  <a:pt x="11407140" y="5008880"/>
                  <a:pt x="11379200" y="5073650"/>
                </a:cubicBezTo>
                <a:cubicBezTo>
                  <a:pt x="11351260" y="5138420"/>
                  <a:pt x="11323320" y="5208270"/>
                  <a:pt x="11278870" y="5273040"/>
                </a:cubicBezTo>
                <a:cubicBezTo>
                  <a:pt x="11233150" y="5337810"/>
                  <a:pt x="11178540" y="5406390"/>
                  <a:pt x="11108690" y="5461000"/>
                </a:cubicBezTo>
                <a:cubicBezTo>
                  <a:pt x="11038840" y="5515610"/>
                  <a:pt x="10951210" y="5565140"/>
                  <a:pt x="10859770" y="5600700"/>
                </a:cubicBezTo>
                <a:cubicBezTo>
                  <a:pt x="10767060" y="5636260"/>
                  <a:pt x="10660380" y="5659120"/>
                  <a:pt x="10557510" y="5671820"/>
                </a:cubicBezTo>
                <a:cubicBezTo>
                  <a:pt x="10454640" y="5683250"/>
                  <a:pt x="10344150" y="5681980"/>
                  <a:pt x="10241280" y="5674360"/>
                </a:cubicBezTo>
                <a:cubicBezTo>
                  <a:pt x="10138410" y="5666740"/>
                  <a:pt x="10034270" y="5648960"/>
                  <a:pt x="9937750" y="5624830"/>
                </a:cubicBezTo>
                <a:cubicBezTo>
                  <a:pt x="9841230" y="5600700"/>
                  <a:pt x="9747250" y="5568950"/>
                  <a:pt x="9663430" y="5529580"/>
                </a:cubicBezTo>
                <a:cubicBezTo>
                  <a:pt x="9580880" y="5490210"/>
                  <a:pt x="9502140" y="5443220"/>
                  <a:pt x="9438640" y="5391150"/>
                </a:cubicBezTo>
                <a:cubicBezTo>
                  <a:pt x="9373870" y="5340350"/>
                  <a:pt x="9320530" y="5278120"/>
                  <a:pt x="9279890" y="5218430"/>
                </a:cubicBezTo>
                <a:cubicBezTo>
                  <a:pt x="9237980" y="5158740"/>
                  <a:pt x="9212580" y="5092700"/>
                  <a:pt x="9189720" y="5033010"/>
                </a:cubicBezTo>
                <a:cubicBezTo>
                  <a:pt x="9165590" y="4972050"/>
                  <a:pt x="9155430" y="4911090"/>
                  <a:pt x="9140190" y="4855210"/>
                </a:cubicBezTo>
                <a:cubicBezTo>
                  <a:pt x="9124950" y="4798060"/>
                  <a:pt x="9110980" y="4744720"/>
                  <a:pt x="9094470" y="4690110"/>
                </a:cubicBezTo>
                <a:cubicBezTo>
                  <a:pt x="9077960" y="4635500"/>
                  <a:pt x="9055100" y="4583430"/>
                  <a:pt x="9039860" y="4526280"/>
                </a:cubicBezTo>
                <a:cubicBezTo>
                  <a:pt x="9024620" y="4469130"/>
                  <a:pt x="9005570" y="4409440"/>
                  <a:pt x="9003030" y="4348480"/>
                </a:cubicBezTo>
                <a:cubicBezTo>
                  <a:pt x="9000490" y="4288790"/>
                  <a:pt x="9005570" y="4224020"/>
                  <a:pt x="9027160" y="4164330"/>
                </a:cubicBezTo>
                <a:cubicBezTo>
                  <a:pt x="9048750" y="4104640"/>
                  <a:pt x="9086850" y="4044950"/>
                  <a:pt x="9132570" y="3992880"/>
                </a:cubicBezTo>
                <a:cubicBezTo>
                  <a:pt x="9179560" y="3940810"/>
                  <a:pt x="9241790" y="3893820"/>
                  <a:pt x="9304020" y="3851910"/>
                </a:cubicBezTo>
                <a:cubicBezTo>
                  <a:pt x="9367520" y="3808730"/>
                  <a:pt x="9438640" y="3773170"/>
                  <a:pt x="9509760" y="3738880"/>
                </a:cubicBezTo>
                <a:cubicBezTo>
                  <a:pt x="9582150" y="3703320"/>
                  <a:pt x="9655810" y="3671570"/>
                  <a:pt x="9733280" y="3643630"/>
                </a:cubicBezTo>
                <a:cubicBezTo>
                  <a:pt x="9810750" y="3614420"/>
                  <a:pt x="9892030" y="3586480"/>
                  <a:pt x="9975850" y="3567430"/>
                </a:cubicBezTo>
                <a:cubicBezTo>
                  <a:pt x="10060940" y="3547110"/>
                  <a:pt x="10151110" y="3530600"/>
                  <a:pt x="10241280" y="3526790"/>
                </a:cubicBezTo>
                <a:cubicBezTo>
                  <a:pt x="10331450" y="3521710"/>
                  <a:pt x="10425430" y="3526790"/>
                  <a:pt x="10514330" y="3539490"/>
                </a:cubicBezTo>
                <a:cubicBezTo>
                  <a:pt x="10601960" y="3553460"/>
                  <a:pt x="10689590" y="3578860"/>
                  <a:pt x="10770870" y="3606800"/>
                </a:cubicBezTo>
                <a:cubicBezTo>
                  <a:pt x="10850880" y="3634740"/>
                  <a:pt x="10927080" y="3671570"/>
                  <a:pt x="10998200" y="3709670"/>
                </a:cubicBezTo>
                <a:cubicBezTo>
                  <a:pt x="11070590" y="3747770"/>
                  <a:pt x="11137900" y="3789680"/>
                  <a:pt x="11201400" y="3834130"/>
                </a:cubicBezTo>
                <a:cubicBezTo>
                  <a:pt x="11264900" y="3879850"/>
                  <a:pt x="11327130" y="3926840"/>
                  <a:pt x="11379200" y="3978910"/>
                </a:cubicBezTo>
                <a:cubicBezTo>
                  <a:pt x="11431270" y="4030980"/>
                  <a:pt x="11479530" y="4088130"/>
                  <a:pt x="11512550" y="4146550"/>
                </a:cubicBezTo>
                <a:cubicBezTo>
                  <a:pt x="11545570" y="4206240"/>
                  <a:pt x="11567160" y="4272280"/>
                  <a:pt x="11577320" y="4334510"/>
                </a:cubicBezTo>
                <a:cubicBezTo>
                  <a:pt x="11586210" y="4398010"/>
                  <a:pt x="11578590" y="4464050"/>
                  <a:pt x="11567160" y="4526280"/>
                </a:cubicBezTo>
                <a:close/>
                <a:moveTo>
                  <a:pt x="11854180" y="4526280"/>
                </a:moveTo>
                <a:cubicBezTo>
                  <a:pt x="11842750" y="4602480"/>
                  <a:pt x="11819890" y="4674870"/>
                  <a:pt x="11802110" y="4749800"/>
                </a:cubicBezTo>
                <a:cubicBezTo>
                  <a:pt x="11784330" y="4824730"/>
                  <a:pt x="11767820" y="4897120"/>
                  <a:pt x="11747500" y="4975860"/>
                </a:cubicBezTo>
                <a:cubicBezTo>
                  <a:pt x="11727180" y="5053330"/>
                  <a:pt x="11711940" y="5135880"/>
                  <a:pt x="11680190" y="5218430"/>
                </a:cubicBezTo>
                <a:cubicBezTo>
                  <a:pt x="11647170" y="5300980"/>
                  <a:pt x="11611610" y="5391150"/>
                  <a:pt x="11553190" y="5471160"/>
                </a:cubicBezTo>
                <a:cubicBezTo>
                  <a:pt x="11494770" y="5549900"/>
                  <a:pt x="11418570" y="5632450"/>
                  <a:pt x="11327130" y="5695950"/>
                </a:cubicBezTo>
                <a:cubicBezTo>
                  <a:pt x="11235690" y="5760720"/>
                  <a:pt x="11121390" y="5815330"/>
                  <a:pt x="11005820" y="5854700"/>
                </a:cubicBezTo>
                <a:cubicBezTo>
                  <a:pt x="10888980" y="5892800"/>
                  <a:pt x="10755630" y="5915660"/>
                  <a:pt x="10628630" y="5928360"/>
                </a:cubicBezTo>
                <a:cubicBezTo>
                  <a:pt x="10501630" y="5939790"/>
                  <a:pt x="10367010" y="5935980"/>
                  <a:pt x="10241280" y="5925820"/>
                </a:cubicBezTo>
                <a:cubicBezTo>
                  <a:pt x="10115550" y="5914390"/>
                  <a:pt x="9988550" y="5892800"/>
                  <a:pt x="9871710" y="5862320"/>
                </a:cubicBezTo>
                <a:cubicBezTo>
                  <a:pt x="9756140" y="5830570"/>
                  <a:pt x="9641840" y="5791200"/>
                  <a:pt x="9541510" y="5741670"/>
                </a:cubicBezTo>
                <a:cubicBezTo>
                  <a:pt x="9442450" y="5692140"/>
                  <a:pt x="9351010" y="5631180"/>
                  <a:pt x="9276080" y="5566410"/>
                </a:cubicBezTo>
                <a:cubicBezTo>
                  <a:pt x="9201150" y="5501640"/>
                  <a:pt x="9141460" y="5426710"/>
                  <a:pt x="9091930" y="5353050"/>
                </a:cubicBezTo>
                <a:cubicBezTo>
                  <a:pt x="9043670" y="5280660"/>
                  <a:pt x="9013190" y="5203190"/>
                  <a:pt x="8982710" y="5132070"/>
                </a:cubicBezTo>
                <a:cubicBezTo>
                  <a:pt x="8950960" y="5060950"/>
                  <a:pt x="8931910" y="4992370"/>
                  <a:pt x="8905240" y="4925060"/>
                </a:cubicBezTo>
                <a:cubicBezTo>
                  <a:pt x="8878570" y="4857750"/>
                  <a:pt x="8850630" y="4795520"/>
                  <a:pt x="8821420" y="4729480"/>
                </a:cubicBezTo>
                <a:cubicBezTo>
                  <a:pt x="8793480" y="4663440"/>
                  <a:pt x="8756650" y="4597400"/>
                  <a:pt x="8735060" y="4526280"/>
                </a:cubicBezTo>
                <a:cubicBezTo>
                  <a:pt x="8712200" y="4455160"/>
                  <a:pt x="8689340" y="4378960"/>
                  <a:pt x="8689340" y="4304030"/>
                </a:cubicBezTo>
                <a:cubicBezTo>
                  <a:pt x="8689340" y="4229100"/>
                  <a:pt x="8702040" y="4149090"/>
                  <a:pt x="8733790" y="4076700"/>
                </a:cubicBezTo>
                <a:cubicBezTo>
                  <a:pt x="8765540" y="4004310"/>
                  <a:pt x="8818880" y="3933190"/>
                  <a:pt x="8878570" y="3870960"/>
                </a:cubicBezTo>
                <a:cubicBezTo>
                  <a:pt x="8939530" y="3808730"/>
                  <a:pt x="9015730" y="3752850"/>
                  <a:pt x="9093200" y="3699510"/>
                </a:cubicBezTo>
                <a:cubicBezTo>
                  <a:pt x="9170670" y="3647440"/>
                  <a:pt x="9254490" y="3600450"/>
                  <a:pt x="9340850" y="3556000"/>
                </a:cubicBezTo>
                <a:cubicBezTo>
                  <a:pt x="9427210" y="3511550"/>
                  <a:pt x="9516110" y="3468370"/>
                  <a:pt x="9611360" y="3430270"/>
                </a:cubicBezTo>
                <a:cubicBezTo>
                  <a:pt x="9706610" y="3393440"/>
                  <a:pt x="9806940" y="3357880"/>
                  <a:pt x="9912350" y="3333750"/>
                </a:cubicBezTo>
                <a:cubicBezTo>
                  <a:pt x="10016490" y="3310890"/>
                  <a:pt x="10130790" y="3294380"/>
                  <a:pt x="10241280" y="3290570"/>
                </a:cubicBezTo>
                <a:cubicBezTo>
                  <a:pt x="10351770" y="3288030"/>
                  <a:pt x="10467340" y="3298190"/>
                  <a:pt x="10575290" y="3315970"/>
                </a:cubicBezTo>
                <a:cubicBezTo>
                  <a:pt x="10683240" y="3335020"/>
                  <a:pt x="10788650" y="3366770"/>
                  <a:pt x="10887710" y="3402330"/>
                </a:cubicBezTo>
                <a:cubicBezTo>
                  <a:pt x="10986770" y="3436620"/>
                  <a:pt x="11080750" y="3479800"/>
                  <a:pt x="11169650" y="3525520"/>
                </a:cubicBezTo>
                <a:cubicBezTo>
                  <a:pt x="11259820" y="3571240"/>
                  <a:pt x="11346180" y="3619500"/>
                  <a:pt x="11426190" y="3674110"/>
                </a:cubicBezTo>
                <a:cubicBezTo>
                  <a:pt x="11504930" y="3727450"/>
                  <a:pt x="11583670" y="3785870"/>
                  <a:pt x="11645900" y="3850640"/>
                </a:cubicBezTo>
                <a:cubicBezTo>
                  <a:pt x="11709400" y="3915410"/>
                  <a:pt x="11765280" y="3986530"/>
                  <a:pt x="11802110" y="4060190"/>
                </a:cubicBezTo>
                <a:cubicBezTo>
                  <a:pt x="11838940" y="4135120"/>
                  <a:pt x="11859260" y="4215130"/>
                  <a:pt x="11868150" y="4293870"/>
                </a:cubicBezTo>
                <a:cubicBezTo>
                  <a:pt x="11877040" y="4371340"/>
                  <a:pt x="11865610" y="4450080"/>
                  <a:pt x="11854180" y="4526280"/>
                </a:cubicBezTo>
                <a:close/>
                <a:moveTo>
                  <a:pt x="12138660" y="4526280"/>
                </a:moveTo>
                <a:cubicBezTo>
                  <a:pt x="12131040" y="4616450"/>
                  <a:pt x="12114530" y="4701540"/>
                  <a:pt x="12103100" y="4792980"/>
                </a:cubicBezTo>
                <a:cubicBezTo>
                  <a:pt x="12091670" y="4883150"/>
                  <a:pt x="12085320" y="4974590"/>
                  <a:pt x="12067540" y="5071110"/>
                </a:cubicBezTo>
                <a:cubicBezTo>
                  <a:pt x="12049760" y="5167630"/>
                  <a:pt x="12038330" y="5271770"/>
                  <a:pt x="11998960" y="5372100"/>
                </a:cubicBezTo>
                <a:cubicBezTo>
                  <a:pt x="11960860" y="5472430"/>
                  <a:pt x="11912600" y="5581650"/>
                  <a:pt x="11836400" y="5675630"/>
                </a:cubicBezTo>
                <a:cubicBezTo>
                  <a:pt x="11761470" y="5768340"/>
                  <a:pt x="11661140" y="5861050"/>
                  <a:pt x="11546840" y="5932170"/>
                </a:cubicBezTo>
                <a:cubicBezTo>
                  <a:pt x="11431270" y="6003290"/>
                  <a:pt x="11290300" y="6061710"/>
                  <a:pt x="11148060" y="6103620"/>
                </a:cubicBezTo>
                <a:cubicBezTo>
                  <a:pt x="11007090" y="6144260"/>
                  <a:pt x="10848340" y="6165850"/>
                  <a:pt x="10697210" y="6177280"/>
                </a:cubicBezTo>
                <a:cubicBezTo>
                  <a:pt x="10546080" y="6188710"/>
                  <a:pt x="10389870" y="6183630"/>
                  <a:pt x="10241280" y="6169660"/>
                </a:cubicBezTo>
                <a:cubicBezTo>
                  <a:pt x="10092690" y="6155690"/>
                  <a:pt x="9944100" y="6129020"/>
                  <a:pt x="9809480" y="6090920"/>
                </a:cubicBezTo>
                <a:cubicBezTo>
                  <a:pt x="9673590" y="6054090"/>
                  <a:pt x="9540240" y="6003290"/>
                  <a:pt x="9425940" y="5943600"/>
                </a:cubicBezTo>
                <a:cubicBezTo>
                  <a:pt x="9311640" y="5882640"/>
                  <a:pt x="9208770" y="5807710"/>
                  <a:pt x="9123680" y="5730240"/>
                </a:cubicBezTo>
                <a:cubicBezTo>
                  <a:pt x="9038590" y="5652770"/>
                  <a:pt x="8973820" y="5562600"/>
                  <a:pt x="8917940" y="5480050"/>
                </a:cubicBezTo>
                <a:cubicBezTo>
                  <a:pt x="8860790" y="5396230"/>
                  <a:pt x="8823960" y="5308600"/>
                  <a:pt x="8782050" y="5228590"/>
                </a:cubicBezTo>
                <a:cubicBezTo>
                  <a:pt x="8738870" y="5148580"/>
                  <a:pt x="8705850" y="5072380"/>
                  <a:pt x="8663940" y="4996180"/>
                </a:cubicBezTo>
                <a:cubicBezTo>
                  <a:pt x="8623300" y="4919980"/>
                  <a:pt x="8576310" y="4848860"/>
                  <a:pt x="8534400" y="4770120"/>
                </a:cubicBezTo>
                <a:cubicBezTo>
                  <a:pt x="8492490" y="4692650"/>
                  <a:pt x="8442960" y="4611370"/>
                  <a:pt x="8415020" y="4526280"/>
                </a:cubicBezTo>
                <a:cubicBezTo>
                  <a:pt x="8387080" y="4441190"/>
                  <a:pt x="8365490" y="4347210"/>
                  <a:pt x="8369300" y="4258310"/>
                </a:cubicBezTo>
                <a:cubicBezTo>
                  <a:pt x="8374380" y="4169410"/>
                  <a:pt x="8401050" y="4075430"/>
                  <a:pt x="8444230" y="3990340"/>
                </a:cubicBezTo>
                <a:cubicBezTo>
                  <a:pt x="8487410" y="3905250"/>
                  <a:pt x="8557260" y="3825240"/>
                  <a:pt x="8629650" y="3750310"/>
                </a:cubicBezTo>
                <a:cubicBezTo>
                  <a:pt x="8702040" y="3676650"/>
                  <a:pt x="8792210" y="3610610"/>
                  <a:pt x="8882380" y="3547110"/>
                </a:cubicBezTo>
                <a:cubicBezTo>
                  <a:pt x="8971280" y="3483610"/>
                  <a:pt x="9066530" y="3425190"/>
                  <a:pt x="9168130" y="3369310"/>
                </a:cubicBezTo>
                <a:cubicBezTo>
                  <a:pt x="9268460" y="3313430"/>
                  <a:pt x="9372600" y="3257550"/>
                  <a:pt x="9485630" y="3213100"/>
                </a:cubicBezTo>
                <a:cubicBezTo>
                  <a:pt x="9598660" y="3167380"/>
                  <a:pt x="9720580" y="3125470"/>
                  <a:pt x="9847580" y="3098800"/>
                </a:cubicBezTo>
                <a:cubicBezTo>
                  <a:pt x="9973310" y="3073400"/>
                  <a:pt x="10109200" y="3058160"/>
                  <a:pt x="10241280" y="3058160"/>
                </a:cubicBezTo>
                <a:cubicBezTo>
                  <a:pt x="10373360" y="3056890"/>
                  <a:pt x="10509250" y="3073400"/>
                  <a:pt x="10636250" y="3097530"/>
                </a:cubicBezTo>
                <a:cubicBezTo>
                  <a:pt x="10763250" y="3120390"/>
                  <a:pt x="10886440" y="3158490"/>
                  <a:pt x="11004550" y="3199130"/>
                </a:cubicBezTo>
                <a:cubicBezTo>
                  <a:pt x="11122660" y="3239770"/>
                  <a:pt x="11235690" y="3286760"/>
                  <a:pt x="11342370" y="3338830"/>
                </a:cubicBezTo>
                <a:cubicBezTo>
                  <a:pt x="11450320" y="3390900"/>
                  <a:pt x="11557000" y="3446780"/>
                  <a:pt x="11652250" y="3510280"/>
                </a:cubicBezTo>
                <a:cubicBezTo>
                  <a:pt x="11747500" y="3573780"/>
                  <a:pt x="11840210" y="3644900"/>
                  <a:pt x="11912600" y="3722370"/>
                </a:cubicBezTo>
                <a:cubicBezTo>
                  <a:pt x="11983720" y="3799840"/>
                  <a:pt x="12044680" y="3888740"/>
                  <a:pt x="12084050" y="3976370"/>
                </a:cubicBezTo>
                <a:cubicBezTo>
                  <a:pt x="12124690" y="4065270"/>
                  <a:pt x="12141200" y="4161790"/>
                  <a:pt x="12151360" y="4253230"/>
                </a:cubicBezTo>
                <a:cubicBezTo>
                  <a:pt x="12160250" y="4344670"/>
                  <a:pt x="12147550" y="4436110"/>
                  <a:pt x="12138660" y="4526280"/>
                </a:cubicBezTo>
                <a:close/>
                <a:moveTo>
                  <a:pt x="12428220" y="4526280"/>
                </a:moveTo>
                <a:cubicBezTo>
                  <a:pt x="12428220" y="4630420"/>
                  <a:pt x="12424410" y="4730750"/>
                  <a:pt x="12421870" y="4838700"/>
                </a:cubicBezTo>
                <a:cubicBezTo>
                  <a:pt x="12419330" y="4946650"/>
                  <a:pt x="12424410" y="5057140"/>
                  <a:pt x="12410440" y="5172710"/>
                </a:cubicBezTo>
                <a:cubicBezTo>
                  <a:pt x="12395200" y="5289550"/>
                  <a:pt x="12382500" y="5415280"/>
                  <a:pt x="12335510" y="5533390"/>
                </a:cubicBezTo>
                <a:cubicBezTo>
                  <a:pt x="12287250" y="5651500"/>
                  <a:pt x="12221210" y="5777230"/>
                  <a:pt x="12125960" y="5882640"/>
                </a:cubicBezTo>
                <a:cubicBezTo>
                  <a:pt x="12030710" y="5988050"/>
                  <a:pt x="11902440" y="6088380"/>
                  <a:pt x="11762740" y="6165850"/>
                </a:cubicBezTo>
                <a:cubicBezTo>
                  <a:pt x="11623040" y="6243320"/>
                  <a:pt x="11454130" y="6303010"/>
                  <a:pt x="11287760" y="6344920"/>
                </a:cubicBezTo>
                <a:cubicBezTo>
                  <a:pt x="11121390" y="6388100"/>
                  <a:pt x="10938510" y="6409690"/>
                  <a:pt x="10764520" y="6419850"/>
                </a:cubicBezTo>
                <a:cubicBezTo>
                  <a:pt x="10590530" y="6431280"/>
                  <a:pt x="10410190" y="6424930"/>
                  <a:pt x="10241280" y="6407150"/>
                </a:cubicBezTo>
                <a:cubicBezTo>
                  <a:pt x="10072370" y="6389370"/>
                  <a:pt x="9902190" y="6357620"/>
                  <a:pt x="9748520" y="6311900"/>
                </a:cubicBezTo>
                <a:cubicBezTo>
                  <a:pt x="9593580" y="6266180"/>
                  <a:pt x="9444990" y="6203950"/>
                  <a:pt x="9317990" y="6131560"/>
                </a:cubicBezTo>
                <a:cubicBezTo>
                  <a:pt x="9189720" y="6060440"/>
                  <a:pt x="9077960" y="5970270"/>
                  <a:pt x="8983980" y="5881370"/>
                </a:cubicBezTo>
                <a:cubicBezTo>
                  <a:pt x="8890000" y="5792470"/>
                  <a:pt x="8818880" y="5690870"/>
                  <a:pt x="8752840" y="5598160"/>
                </a:cubicBezTo>
                <a:cubicBezTo>
                  <a:pt x="8685530" y="5505450"/>
                  <a:pt x="8637270" y="5412740"/>
                  <a:pt x="8580120" y="5325110"/>
                </a:cubicBezTo>
                <a:cubicBezTo>
                  <a:pt x="8522970" y="5237480"/>
                  <a:pt x="8469630" y="5157470"/>
                  <a:pt x="8411210" y="5072380"/>
                </a:cubicBezTo>
                <a:cubicBezTo>
                  <a:pt x="8352790" y="4987290"/>
                  <a:pt x="8284210" y="4906010"/>
                  <a:pt x="8229600" y="4814570"/>
                </a:cubicBezTo>
                <a:cubicBezTo>
                  <a:pt x="8174990" y="4723130"/>
                  <a:pt x="8114030" y="4626610"/>
                  <a:pt x="8084820" y="4526280"/>
                </a:cubicBezTo>
                <a:cubicBezTo>
                  <a:pt x="8054340" y="4425950"/>
                  <a:pt x="8037830" y="4315460"/>
                  <a:pt x="8050530" y="4212590"/>
                </a:cubicBezTo>
                <a:cubicBezTo>
                  <a:pt x="8063230" y="4108450"/>
                  <a:pt x="8103870" y="4001770"/>
                  <a:pt x="8159750" y="3905250"/>
                </a:cubicBezTo>
                <a:cubicBezTo>
                  <a:pt x="8215630" y="3808730"/>
                  <a:pt x="8298180" y="3717290"/>
                  <a:pt x="8383270" y="3632200"/>
                </a:cubicBezTo>
                <a:cubicBezTo>
                  <a:pt x="8468360" y="3547110"/>
                  <a:pt x="8567420" y="3469640"/>
                  <a:pt x="8667750" y="3393440"/>
                </a:cubicBezTo>
                <a:cubicBezTo>
                  <a:pt x="8769350" y="3317240"/>
                  <a:pt x="8874760" y="3244850"/>
                  <a:pt x="8989060" y="3177540"/>
                </a:cubicBezTo>
                <a:cubicBezTo>
                  <a:pt x="9104630" y="3110230"/>
                  <a:pt x="9225280" y="3041650"/>
                  <a:pt x="9357360" y="2989580"/>
                </a:cubicBezTo>
                <a:cubicBezTo>
                  <a:pt x="9489440" y="2937510"/>
                  <a:pt x="9634220" y="2891790"/>
                  <a:pt x="9781540" y="2863850"/>
                </a:cubicBezTo>
                <a:cubicBezTo>
                  <a:pt x="9928860" y="2837180"/>
                  <a:pt x="10088880" y="2825750"/>
                  <a:pt x="10241280" y="2828290"/>
                </a:cubicBezTo>
                <a:cubicBezTo>
                  <a:pt x="10393680" y="2832100"/>
                  <a:pt x="10548620" y="2853690"/>
                  <a:pt x="10695940" y="2881630"/>
                </a:cubicBezTo>
                <a:cubicBezTo>
                  <a:pt x="10841990" y="2909570"/>
                  <a:pt x="10984230" y="2951480"/>
                  <a:pt x="11121390" y="2995930"/>
                </a:cubicBezTo>
                <a:cubicBezTo>
                  <a:pt x="11258550" y="3041650"/>
                  <a:pt x="11391900" y="3092450"/>
                  <a:pt x="11518900" y="3149600"/>
                </a:cubicBezTo>
                <a:cubicBezTo>
                  <a:pt x="11644630" y="3208020"/>
                  <a:pt x="11771630" y="3271520"/>
                  <a:pt x="11880850" y="3346450"/>
                </a:cubicBezTo>
                <a:cubicBezTo>
                  <a:pt x="11990070" y="3420110"/>
                  <a:pt x="12094210" y="3505200"/>
                  <a:pt x="12174220" y="3596640"/>
                </a:cubicBezTo>
                <a:cubicBezTo>
                  <a:pt x="12254230" y="3688080"/>
                  <a:pt x="12315190" y="3792220"/>
                  <a:pt x="12357100" y="3895090"/>
                </a:cubicBezTo>
                <a:cubicBezTo>
                  <a:pt x="12399010" y="3997960"/>
                  <a:pt x="12414250" y="4108450"/>
                  <a:pt x="12425680" y="4213860"/>
                </a:cubicBezTo>
                <a:cubicBezTo>
                  <a:pt x="12438380" y="4318000"/>
                  <a:pt x="12429490" y="4422140"/>
                  <a:pt x="12428220" y="4526280"/>
                </a:cubicBezTo>
                <a:close/>
                <a:moveTo>
                  <a:pt x="12730480" y="4526280"/>
                </a:moveTo>
                <a:cubicBezTo>
                  <a:pt x="12741910" y="4645660"/>
                  <a:pt x="12757150" y="4761230"/>
                  <a:pt x="12764770" y="4888230"/>
                </a:cubicBezTo>
                <a:cubicBezTo>
                  <a:pt x="12772390" y="5013960"/>
                  <a:pt x="12790170" y="5147310"/>
                  <a:pt x="12776200" y="5281930"/>
                </a:cubicBezTo>
                <a:cubicBezTo>
                  <a:pt x="12763500" y="5417820"/>
                  <a:pt x="12743180" y="5566410"/>
                  <a:pt x="12683490" y="5701030"/>
                </a:cubicBezTo>
                <a:cubicBezTo>
                  <a:pt x="12622530" y="5835650"/>
                  <a:pt x="12532360" y="5975350"/>
                  <a:pt x="12414250" y="6090920"/>
                </a:cubicBezTo>
                <a:cubicBezTo>
                  <a:pt x="12296140" y="6206490"/>
                  <a:pt x="12139930" y="6311900"/>
                  <a:pt x="11973560" y="6393180"/>
                </a:cubicBezTo>
                <a:cubicBezTo>
                  <a:pt x="11808460" y="6474460"/>
                  <a:pt x="11612880" y="6535420"/>
                  <a:pt x="11422380" y="6579870"/>
                </a:cubicBezTo>
                <a:cubicBezTo>
                  <a:pt x="11231880" y="6623050"/>
                  <a:pt x="11026140" y="6647180"/>
                  <a:pt x="10829290" y="6656070"/>
                </a:cubicBezTo>
                <a:cubicBezTo>
                  <a:pt x="10632440" y="6666230"/>
                  <a:pt x="10431780" y="6659880"/>
                  <a:pt x="10241280" y="6638290"/>
                </a:cubicBezTo>
                <a:cubicBezTo>
                  <a:pt x="10050780" y="6615430"/>
                  <a:pt x="9860280" y="6576060"/>
                  <a:pt x="9690100" y="6521450"/>
                </a:cubicBezTo>
                <a:cubicBezTo>
                  <a:pt x="9519920" y="6466840"/>
                  <a:pt x="9356090" y="6390640"/>
                  <a:pt x="9216390" y="6306820"/>
                </a:cubicBezTo>
                <a:cubicBezTo>
                  <a:pt x="9077960" y="6223000"/>
                  <a:pt x="8958580" y="6118860"/>
                  <a:pt x="8854440" y="6021070"/>
                </a:cubicBezTo>
                <a:cubicBezTo>
                  <a:pt x="8750300" y="5922010"/>
                  <a:pt x="8672830" y="5812790"/>
                  <a:pt x="8592820" y="5713730"/>
                </a:cubicBezTo>
                <a:cubicBezTo>
                  <a:pt x="8511540" y="5614670"/>
                  <a:pt x="8448040" y="5519420"/>
                  <a:pt x="8371840" y="5425440"/>
                </a:cubicBezTo>
                <a:cubicBezTo>
                  <a:pt x="8296910" y="5331460"/>
                  <a:pt x="8218170" y="5246370"/>
                  <a:pt x="8140700" y="5152390"/>
                </a:cubicBezTo>
                <a:cubicBezTo>
                  <a:pt x="8063230" y="5058410"/>
                  <a:pt x="7973060" y="4964430"/>
                  <a:pt x="7908290" y="4860290"/>
                </a:cubicBezTo>
                <a:cubicBezTo>
                  <a:pt x="7842250" y="4756150"/>
                  <a:pt x="7777480" y="4641850"/>
                  <a:pt x="7748270" y="4526280"/>
                </a:cubicBezTo>
                <a:cubicBezTo>
                  <a:pt x="7719060" y="4410710"/>
                  <a:pt x="7713980" y="4284980"/>
                  <a:pt x="7735570" y="4166870"/>
                </a:cubicBezTo>
                <a:cubicBezTo>
                  <a:pt x="7758430" y="4050030"/>
                  <a:pt x="7815580" y="3931920"/>
                  <a:pt x="7881620" y="3822700"/>
                </a:cubicBezTo>
                <a:cubicBezTo>
                  <a:pt x="7948930" y="3713480"/>
                  <a:pt x="8042910" y="3611880"/>
                  <a:pt x="8136890" y="3514090"/>
                </a:cubicBezTo>
                <a:cubicBezTo>
                  <a:pt x="8232140" y="3416300"/>
                  <a:pt x="8337550" y="3324860"/>
                  <a:pt x="8448040" y="3235960"/>
                </a:cubicBezTo>
                <a:cubicBezTo>
                  <a:pt x="8559800" y="3145790"/>
                  <a:pt x="8675370" y="3056890"/>
                  <a:pt x="8804910" y="2979420"/>
                </a:cubicBezTo>
                <a:cubicBezTo>
                  <a:pt x="8935720" y="2900680"/>
                  <a:pt x="9075420" y="2821940"/>
                  <a:pt x="9227820" y="2764790"/>
                </a:cubicBezTo>
                <a:cubicBezTo>
                  <a:pt x="9380220" y="2706370"/>
                  <a:pt x="9549130" y="2659380"/>
                  <a:pt x="9718040" y="2632710"/>
                </a:cubicBezTo>
                <a:cubicBezTo>
                  <a:pt x="9886950" y="2606040"/>
                  <a:pt x="10068560" y="2599690"/>
                  <a:pt x="10241280" y="2604770"/>
                </a:cubicBezTo>
                <a:cubicBezTo>
                  <a:pt x="10414000" y="2611120"/>
                  <a:pt x="10587990" y="2637790"/>
                  <a:pt x="10754360" y="2669540"/>
                </a:cubicBezTo>
                <a:cubicBezTo>
                  <a:pt x="10920730" y="2700020"/>
                  <a:pt x="11082020" y="2743200"/>
                  <a:pt x="11239500" y="2791460"/>
                </a:cubicBezTo>
                <a:cubicBezTo>
                  <a:pt x="11396980" y="2839720"/>
                  <a:pt x="11551920" y="2893060"/>
                  <a:pt x="11696700" y="2957830"/>
                </a:cubicBezTo>
                <a:cubicBezTo>
                  <a:pt x="11841480" y="3022600"/>
                  <a:pt x="11986260" y="3094990"/>
                  <a:pt x="12109450" y="3181350"/>
                </a:cubicBezTo>
                <a:cubicBezTo>
                  <a:pt x="12231370" y="3267710"/>
                  <a:pt x="12344400" y="3368040"/>
                  <a:pt x="12429490" y="3473450"/>
                </a:cubicBezTo>
                <a:cubicBezTo>
                  <a:pt x="12514580" y="3580130"/>
                  <a:pt x="12574270" y="3700780"/>
                  <a:pt x="12619990" y="3817620"/>
                </a:cubicBezTo>
                <a:cubicBezTo>
                  <a:pt x="12664440" y="3933190"/>
                  <a:pt x="12679680" y="4056380"/>
                  <a:pt x="12698730" y="4174490"/>
                </a:cubicBezTo>
                <a:cubicBezTo>
                  <a:pt x="12716510" y="4292600"/>
                  <a:pt x="12719050" y="4406900"/>
                  <a:pt x="12730480" y="4526280"/>
                </a:cubicBezTo>
                <a:close/>
                <a:moveTo>
                  <a:pt x="13053060" y="4526280"/>
                </a:moveTo>
                <a:cubicBezTo>
                  <a:pt x="13079730" y="4660900"/>
                  <a:pt x="13116560" y="4795520"/>
                  <a:pt x="13135610" y="4940300"/>
                </a:cubicBezTo>
                <a:cubicBezTo>
                  <a:pt x="13153390" y="5086350"/>
                  <a:pt x="13180060" y="5242560"/>
                  <a:pt x="13163550" y="5397500"/>
                </a:cubicBezTo>
                <a:cubicBezTo>
                  <a:pt x="13147040" y="5552440"/>
                  <a:pt x="13114020" y="5721350"/>
                  <a:pt x="13036550" y="5871210"/>
                </a:cubicBezTo>
                <a:cubicBezTo>
                  <a:pt x="12959080" y="6021070"/>
                  <a:pt x="12842240" y="6172200"/>
                  <a:pt x="12698730" y="6295390"/>
                </a:cubicBezTo>
                <a:cubicBezTo>
                  <a:pt x="12555220" y="6419850"/>
                  <a:pt x="12368530" y="6527800"/>
                  <a:pt x="12178030" y="6612890"/>
                </a:cubicBezTo>
                <a:cubicBezTo>
                  <a:pt x="11986260" y="6697980"/>
                  <a:pt x="11766550" y="6760210"/>
                  <a:pt x="11553190" y="6805930"/>
                </a:cubicBezTo>
                <a:cubicBezTo>
                  <a:pt x="11338560" y="6851650"/>
                  <a:pt x="11111230" y="6877050"/>
                  <a:pt x="10892790" y="6885940"/>
                </a:cubicBezTo>
                <a:cubicBezTo>
                  <a:pt x="10674350" y="6894830"/>
                  <a:pt x="10450830" y="6887210"/>
                  <a:pt x="10241280" y="6859270"/>
                </a:cubicBezTo>
                <a:cubicBezTo>
                  <a:pt x="10031730" y="6830060"/>
                  <a:pt x="9822180" y="6781800"/>
                  <a:pt x="9635490" y="6717030"/>
                </a:cubicBezTo>
                <a:cubicBezTo>
                  <a:pt x="9450070" y="6650990"/>
                  <a:pt x="9274810" y="6560820"/>
                  <a:pt x="9124950" y="6466840"/>
                </a:cubicBezTo>
                <a:cubicBezTo>
                  <a:pt x="8975090" y="6372860"/>
                  <a:pt x="8849360" y="6257290"/>
                  <a:pt x="8733790" y="6150610"/>
                </a:cubicBezTo>
                <a:cubicBezTo>
                  <a:pt x="8618220" y="6043930"/>
                  <a:pt x="8529320" y="5932170"/>
                  <a:pt x="8431530" y="5829300"/>
                </a:cubicBezTo>
                <a:cubicBezTo>
                  <a:pt x="8335010" y="5726430"/>
                  <a:pt x="8247380" y="5629910"/>
                  <a:pt x="8150860" y="5532120"/>
                </a:cubicBezTo>
                <a:cubicBezTo>
                  <a:pt x="8053070" y="5434330"/>
                  <a:pt x="7946390" y="5342890"/>
                  <a:pt x="7851140" y="5238750"/>
                </a:cubicBezTo>
                <a:cubicBezTo>
                  <a:pt x="7754620" y="5134610"/>
                  <a:pt x="7646670" y="5026660"/>
                  <a:pt x="7574280" y="4908550"/>
                </a:cubicBezTo>
                <a:cubicBezTo>
                  <a:pt x="7500620" y="4789170"/>
                  <a:pt x="7435850" y="4657090"/>
                  <a:pt x="7411720" y="4526280"/>
                </a:cubicBezTo>
                <a:cubicBezTo>
                  <a:pt x="7387590" y="4395470"/>
                  <a:pt x="7396480" y="4254500"/>
                  <a:pt x="7429500" y="4123690"/>
                </a:cubicBezTo>
                <a:cubicBezTo>
                  <a:pt x="7462520" y="3992880"/>
                  <a:pt x="7533640" y="3863340"/>
                  <a:pt x="7609840" y="3741420"/>
                </a:cubicBezTo>
                <a:cubicBezTo>
                  <a:pt x="7686040" y="3619500"/>
                  <a:pt x="7786370" y="3506470"/>
                  <a:pt x="7887970" y="3394710"/>
                </a:cubicBezTo>
                <a:cubicBezTo>
                  <a:pt x="7989570" y="3282950"/>
                  <a:pt x="8100060" y="3175000"/>
                  <a:pt x="8220710" y="3072130"/>
                </a:cubicBezTo>
                <a:cubicBezTo>
                  <a:pt x="8342630" y="2969260"/>
                  <a:pt x="8470900" y="2863850"/>
                  <a:pt x="8616950" y="2774950"/>
                </a:cubicBezTo>
                <a:cubicBezTo>
                  <a:pt x="8763000" y="2687320"/>
                  <a:pt x="8925560" y="2600960"/>
                  <a:pt x="9098280" y="2538730"/>
                </a:cubicBezTo>
                <a:cubicBezTo>
                  <a:pt x="9271000" y="2477770"/>
                  <a:pt x="9465310" y="2430780"/>
                  <a:pt x="9655810" y="2405380"/>
                </a:cubicBezTo>
                <a:cubicBezTo>
                  <a:pt x="9846310" y="2379980"/>
                  <a:pt x="10048240" y="2378710"/>
                  <a:pt x="10241280" y="2387600"/>
                </a:cubicBezTo>
                <a:cubicBezTo>
                  <a:pt x="10434320" y="2395220"/>
                  <a:pt x="10626090" y="2424430"/>
                  <a:pt x="10812780" y="2456180"/>
                </a:cubicBezTo>
                <a:cubicBezTo>
                  <a:pt x="10999470" y="2489200"/>
                  <a:pt x="11182350" y="2531110"/>
                  <a:pt x="11358880" y="2583180"/>
                </a:cubicBezTo>
                <a:cubicBezTo>
                  <a:pt x="11536680" y="2633980"/>
                  <a:pt x="11714480" y="2689860"/>
                  <a:pt x="11877040" y="2763520"/>
                </a:cubicBezTo>
                <a:cubicBezTo>
                  <a:pt x="12039600" y="2835910"/>
                  <a:pt x="12200890" y="2921000"/>
                  <a:pt x="12334240" y="3020060"/>
                </a:cubicBezTo>
                <a:cubicBezTo>
                  <a:pt x="12466320" y="3117850"/>
                  <a:pt x="12584430" y="3235960"/>
                  <a:pt x="12674600" y="3355340"/>
                </a:cubicBezTo>
                <a:cubicBezTo>
                  <a:pt x="12763500" y="3475990"/>
                  <a:pt x="12823190" y="3611880"/>
                  <a:pt x="12872720" y="3741420"/>
                </a:cubicBezTo>
                <a:cubicBezTo>
                  <a:pt x="12923520" y="3870960"/>
                  <a:pt x="12945110" y="4004310"/>
                  <a:pt x="12974320" y="4135120"/>
                </a:cubicBezTo>
                <a:cubicBezTo>
                  <a:pt x="13004800" y="4265930"/>
                  <a:pt x="13025120" y="4391660"/>
                  <a:pt x="13053060" y="4526280"/>
                </a:cubicBezTo>
                <a:close/>
                <a:moveTo>
                  <a:pt x="13402310" y="4526280"/>
                </a:moveTo>
                <a:cubicBezTo>
                  <a:pt x="13446760" y="4677410"/>
                  <a:pt x="13506450" y="4832350"/>
                  <a:pt x="13534390" y="4997450"/>
                </a:cubicBezTo>
                <a:cubicBezTo>
                  <a:pt x="13561060" y="5162550"/>
                  <a:pt x="13590270" y="5344160"/>
                  <a:pt x="13566140" y="5518150"/>
                </a:cubicBezTo>
                <a:cubicBezTo>
                  <a:pt x="13542010" y="5692140"/>
                  <a:pt x="13488670" y="5878830"/>
                  <a:pt x="13389610" y="6041390"/>
                </a:cubicBezTo>
                <a:cubicBezTo>
                  <a:pt x="13291820" y="6203950"/>
                  <a:pt x="13143230" y="6362700"/>
                  <a:pt x="12974320" y="6493510"/>
                </a:cubicBezTo>
                <a:cubicBezTo>
                  <a:pt x="12804140" y="6624320"/>
                  <a:pt x="12589510" y="6736080"/>
                  <a:pt x="12373610" y="6823710"/>
                </a:cubicBezTo>
                <a:cubicBezTo>
                  <a:pt x="12157710" y="6912610"/>
                  <a:pt x="11915140" y="6978650"/>
                  <a:pt x="11678920" y="7025640"/>
                </a:cubicBezTo>
                <a:cubicBezTo>
                  <a:pt x="11442700" y="7072630"/>
                  <a:pt x="11193780" y="7100570"/>
                  <a:pt x="10955020" y="7108190"/>
                </a:cubicBezTo>
                <a:cubicBezTo>
                  <a:pt x="10714990" y="7114540"/>
                  <a:pt x="10469880" y="7103110"/>
                  <a:pt x="10241280" y="7067550"/>
                </a:cubicBezTo>
                <a:cubicBezTo>
                  <a:pt x="10012680" y="7033260"/>
                  <a:pt x="9786620" y="6972300"/>
                  <a:pt x="9585960" y="6896100"/>
                </a:cubicBezTo>
                <a:cubicBezTo>
                  <a:pt x="9386570" y="6821170"/>
                  <a:pt x="9202420" y="6715760"/>
                  <a:pt x="9041130" y="6612890"/>
                </a:cubicBezTo>
                <a:cubicBezTo>
                  <a:pt x="8879840" y="6508750"/>
                  <a:pt x="8746490" y="6386830"/>
                  <a:pt x="8616950" y="6276340"/>
                </a:cubicBezTo>
                <a:cubicBezTo>
                  <a:pt x="8487410" y="6165850"/>
                  <a:pt x="8382000" y="6054090"/>
                  <a:pt x="8263890" y="5949950"/>
                </a:cubicBezTo>
                <a:cubicBezTo>
                  <a:pt x="8147050" y="5844540"/>
                  <a:pt x="8031480" y="5750560"/>
                  <a:pt x="7910830" y="5647690"/>
                </a:cubicBezTo>
                <a:cubicBezTo>
                  <a:pt x="7790180" y="5544820"/>
                  <a:pt x="7655560" y="5445760"/>
                  <a:pt x="7542530" y="5331460"/>
                </a:cubicBezTo>
                <a:cubicBezTo>
                  <a:pt x="7429500" y="5215890"/>
                  <a:pt x="7308850" y="5091430"/>
                  <a:pt x="7232650" y="4956810"/>
                </a:cubicBezTo>
                <a:cubicBezTo>
                  <a:pt x="7156450" y="4823460"/>
                  <a:pt x="7099300" y="4672330"/>
                  <a:pt x="7082790" y="4526280"/>
                </a:cubicBezTo>
                <a:cubicBezTo>
                  <a:pt x="7065010" y="4380230"/>
                  <a:pt x="7089140" y="4225290"/>
                  <a:pt x="7132320" y="4080510"/>
                </a:cubicBezTo>
                <a:cubicBezTo>
                  <a:pt x="7175500" y="3937000"/>
                  <a:pt x="7255510" y="3796030"/>
                  <a:pt x="7339330" y="3661410"/>
                </a:cubicBezTo>
                <a:cubicBezTo>
                  <a:pt x="7423150" y="3525520"/>
                  <a:pt x="7524750" y="3397250"/>
                  <a:pt x="7632700" y="3271520"/>
                </a:cubicBezTo>
                <a:cubicBezTo>
                  <a:pt x="7740650" y="3144520"/>
                  <a:pt x="7853680" y="3018790"/>
                  <a:pt x="7985760" y="2901950"/>
                </a:cubicBezTo>
                <a:cubicBezTo>
                  <a:pt x="8117840" y="2785110"/>
                  <a:pt x="8260080" y="2667000"/>
                  <a:pt x="8425180" y="2569210"/>
                </a:cubicBezTo>
                <a:cubicBezTo>
                  <a:pt x="8589010" y="2471420"/>
                  <a:pt x="8775700" y="2381250"/>
                  <a:pt x="8970010" y="2316480"/>
                </a:cubicBezTo>
                <a:cubicBezTo>
                  <a:pt x="9165590" y="2252980"/>
                  <a:pt x="9382760" y="2209800"/>
                  <a:pt x="9594850" y="2185670"/>
                </a:cubicBezTo>
                <a:cubicBezTo>
                  <a:pt x="9806940" y="2161540"/>
                  <a:pt x="10027920" y="2164080"/>
                  <a:pt x="10241280" y="2172970"/>
                </a:cubicBezTo>
                <a:cubicBezTo>
                  <a:pt x="10454640" y="2181860"/>
                  <a:pt x="10665460" y="2208530"/>
                  <a:pt x="10872470" y="2241550"/>
                </a:cubicBezTo>
                <a:cubicBezTo>
                  <a:pt x="11079480" y="2274570"/>
                  <a:pt x="11283950" y="2315210"/>
                  <a:pt x="11482070" y="2369820"/>
                </a:cubicBezTo>
                <a:cubicBezTo>
                  <a:pt x="11680190" y="2423160"/>
                  <a:pt x="11879580" y="2486660"/>
                  <a:pt x="12058650" y="2567940"/>
                </a:cubicBezTo>
                <a:cubicBezTo>
                  <a:pt x="12236450" y="2650490"/>
                  <a:pt x="12410440" y="2749550"/>
                  <a:pt x="12552680" y="2862580"/>
                </a:cubicBezTo>
                <a:cubicBezTo>
                  <a:pt x="12693650" y="2974340"/>
                  <a:pt x="12813030" y="3108960"/>
                  <a:pt x="12908280" y="3243580"/>
                </a:cubicBezTo>
                <a:cubicBezTo>
                  <a:pt x="13003530" y="3376930"/>
                  <a:pt x="13063220" y="3525520"/>
                  <a:pt x="13122910" y="3666490"/>
                </a:cubicBezTo>
                <a:cubicBezTo>
                  <a:pt x="13181330" y="3808730"/>
                  <a:pt x="13216890" y="3949700"/>
                  <a:pt x="13262610" y="4093210"/>
                </a:cubicBezTo>
                <a:cubicBezTo>
                  <a:pt x="13309600" y="4236720"/>
                  <a:pt x="13356590" y="4375150"/>
                  <a:pt x="13402310" y="4526280"/>
                </a:cubicBezTo>
                <a:close/>
                <a:moveTo>
                  <a:pt x="13783310" y="4526280"/>
                </a:moveTo>
                <a:cubicBezTo>
                  <a:pt x="13846810" y="4693920"/>
                  <a:pt x="13926820" y="4872990"/>
                  <a:pt x="13958570" y="5058410"/>
                </a:cubicBezTo>
                <a:cubicBezTo>
                  <a:pt x="13990320" y="5243830"/>
                  <a:pt x="14013180" y="5448300"/>
                  <a:pt x="13976350" y="5640070"/>
                </a:cubicBezTo>
                <a:cubicBezTo>
                  <a:pt x="13939520" y="5831840"/>
                  <a:pt x="13859510" y="6033770"/>
                  <a:pt x="13736320" y="6207760"/>
                </a:cubicBezTo>
                <a:cubicBezTo>
                  <a:pt x="13613130" y="6381750"/>
                  <a:pt x="13432790" y="6546850"/>
                  <a:pt x="13237210" y="6684010"/>
                </a:cubicBezTo>
                <a:cubicBezTo>
                  <a:pt x="13041630" y="6819900"/>
                  <a:pt x="12801600" y="6934200"/>
                  <a:pt x="12561570" y="7026910"/>
                </a:cubicBezTo>
                <a:cubicBezTo>
                  <a:pt x="12322810" y="7119620"/>
                  <a:pt x="12059920" y="7189470"/>
                  <a:pt x="11802110" y="7237730"/>
                </a:cubicBezTo>
                <a:cubicBezTo>
                  <a:pt x="11543030" y="7287260"/>
                  <a:pt x="11273790" y="7316470"/>
                  <a:pt x="11013440" y="7321550"/>
                </a:cubicBezTo>
                <a:cubicBezTo>
                  <a:pt x="10753090" y="7325360"/>
                  <a:pt x="10486390" y="7306310"/>
                  <a:pt x="10241280" y="7263130"/>
                </a:cubicBezTo>
                <a:cubicBezTo>
                  <a:pt x="9996170" y="7219950"/>
                  <a:pt x="9754870" y="7145020"/>
                  <a:pt x="9541510" y="7058660"/>
                </a:cubicBezTo>
                <a:cubicBezTo>
                  <a:pt x="9328150" y="6973570"/>
                  <a:pt x="9137650" y="6856730"/>
                  <a:pt x="8963660" y="6747510"/>
                </a:cubicBezTo>
                <a:cubicBezTo>
                  <a:pt x="8789670" y="6637020"/>
                  <a:pt x="8647430" y="6512560"/>
                  <a:pt x="8501380" y="6402070"/>
                </a:cubicBezTo>
                <a:cubicBezTo>
                  <a:pt x="8354060" y="6290310"/>
                  <a:pt x="8225790" y="6184900"/>
                  <a:pt x="8083550" y="6079490"/>
                </a:cubicBezTo>
                <a:cubicBezTo>
                  <a:pt x="7942580" y="5975350"/>
                  <a:pt x="7793990" y="5881370"/>
                  <a:pt x="7650480" y="5773420"/>
                </a:cubicBezTo>
                <a:cubicBezTo>
                  <a:pt x="7505700" y="5664200"/>
                  <a:pt x="7345680" y="5554980"/>
                  <a:pt x="7218680" y="5427980"/>
                </a:cubicBezTo>
                <a:cubicBezTo>
                  <a:pt x="7092950" y="5299710"/>
                  <a:pt x="6967220" y="5156200"/>
                  <a:pt x="6891020" y="5006340"/>
                </a:cubicBezTo>
                <a:cubicBezTo>
                  <a:pt x="6814820" y="4856480"/>
                  <a:pt x="6770370" y="4687570"/>
                  <a:pt x="6762750" y="4526280"/>
                </a:cubicBezTo>
                <a:cubicBezTo>
                  <a:pt x="6755130" y="4364990"/>
                  <a:pt x="6793230" y="4197350"/>
                  <a:pt x="6844030" y="4039870"/>
                </a:cubicBezTo>
                <a:cubicBezTo>
                  <a:pt x="6894830" y="3882390"/>
                  <a:pt x="6978650" y="3728720"/>
                  <a:pt x="7066280" y="3578860"/>
                </a:cubicBezTo>
                <a:cubicBezTo>
                  <a:pt x="7153910" y="3430270"/>
                  <a:pt x="7254240" y="3285490"/>
                  <a:pt x="7366000" y="3143250"/>
                </a:cubicBezTo>
                <a:cubicBezTo>
                  <a:pt x="7479030" y="3001010"/>
                  <a:pt x="7598410" y="2857500"/>
                  <a:pt x="7743190" y="2726690"/>
                </a:cubicBezTo>
                <a:cubicBezTo>
                  <a:pt x="7886700" y="2597150"/>
                  <a:pt x="8049260" y="2466340"/>
                  <a:pt x="8232140" y="2362200"/>
                </a:cubicBezTo>
                <a:cubicBezTo>
                  <a:pt x="8416290" y="2256790"/>
                  <a:pt x="8628380" y="2165350"/>
                  <a:pt x="8845550" y="2100580"/>
                </a:cubicBezTo>
                <a:cubicBezTo>
                  <a:pt x="9062720" y="2035810"/>
                  <a:pt x="9302750" y="1996440"/>
                  <a:pt x="9535160" y="1972310"/>
                </a:cubicBezTo>
                <a:cubicBezTo>
                  <a:pt x="9768840" y="1949450"/>
                  <a:pt x="10008870" y="1950720"/>
                  <a:pt x="10241280" y="1959610"/>
                </a:cubicBezTo>
                <a:cubicBezTo>
                  <a:pt x="10473690" y="1967230"/>
                  <a:pt x="10704830" y="1990090"/>
                  <a:pt x="10933430" y="2023110"/>
                </a:cubicBezTo>
                <a:cubicBezTo>
                  <a:pt x="11160760" y="2054860"/>
                  <a:pt x="11389360" y="2092960"/>
                  <a:pt x="11606530" y="2152650"/>
                </a:cubicBezTo>
                <a:cubicBezTo>
                  <a:pt x="11824970" y="2211070"/>
                  <a:pt x="12044680" y="2282190"/>
                  <a:pt x="12237720" y="2374900"/>
                </a:cubicBezTo>
                <a:cubicBezTo>
                  <a:pt x="12429490" y="2468880"/>
                  <a:pt x="12612370" y="2584450"/>
                  <a:pt x="12762230" y="2711450"/>
                </a:cubicBezTo>
                <a:cubicBezTo>
                  <a:pt x="12910820" y="2838450"/>
                  <a:pt x="13030200" y="2988310"/>
                  <a:pt x="13131800" y="3135630"/>
                </a:cubicBezTo>
                <a:cubicBezTo>
                  <a:pt x="13234670" y="3281680"/>
                  <a:pt x="13300710" y="3439160"/>
                  <a:pt x="13374370" y="3591560"/>
                </a:cubicBezTo>
                <a:cubicBezTo>
                  <a:pt x="13448030" y="3743960"/>
                  <a:pt x="13505180" y="3893820"/>
                  <a:pt x="13572490" y="4048760"/>
                </a:cubicBezTo>
                <a:cubicBezTo>
                  <a:pt x="13641070" y="4204970"/>
                  <a:pt x="13718540" y="4358640"/>
                  <a:pt x="13783310" y="4526280"/>
                </a:cubicBezTo>
                <a:close/>
                <a:moveTo>
                  <a:pt x="14197330" y="4526280"/>
                </a:moveTo>
                <a:cubicBezTo>
                  <a:pt x="14278610" y="4712970"/>
                  <a:pt x="14371320" y="4916170"/>
                  <a:pt x="14401800" y="5121910"/>
                </a:cubicBezTo>
                <a:cubicBezTo>
                  <a:pt x="14433550" y="5327650"/>
                  <a:pt x="14441170" y="5554980"/>
                  <a:pt x="14386560" y="5761990"/>
                </a:cubicBezTo>
                <a:cubicBezTo>
                  <a:pt x="14330680" y="5970270"/>
                  <a:pt x="14218920" y="6184900"/>
                  <a:pt x="14070330" y="6367780"/>
                </a:cubicBezTo>
                <a:cubicBezTo>
                  <a:pt x="13920470" y="6551930"/>
                  <a:pt x="13709650" y="6722110"/>
                  <a:pt x="13488670" y="6864350"/>
                </a:cubicBezTo>
                <a:cubicBezTo>
                  <a:pt x="13267690" y="7006590"/>
                  <a:pt x="13004800" y="7125970"/>
                  <a:pt x="12743180" y="7222490"/>
                </a:cubicBezTo>
                <a:cubicBezTo>
                  <a:pt x="12481560" y="7319010"/>
                  <a:pt x="12198350" y="7393940"/>
                  <a:pt x="11920220" y="7444740"/>
                </a:cubicBezTo>
                <a:cubicBezTo>
                  <a:pt x="11640820" y="7494270"/>
                  <a:pt x="11348720" y="7523480"/>
                  <a:pt x="11069320" y="7523480"/>
                </a:cubicBezTo>
                <a:cubicBezTo>
                  <a:pt x="10789920" y="7522210"/>
                  <a:pt x="10502900" y="7494270"/>
                  <a:pt x="10241280" y="7440930"/>
                </a:cubicBezTo>
                <a:cubicBezTo>
                  <a:pt x="9979660" y="7388860"/>
                  <a:pt x="9726930" y="7299960"/>
                  <a:pt x="9500870" y="7204710"/>
                </a:cubicBezTo>
                <a:cubicBezTo>
                  <a:pt x="9276080" y="7110730"/>
                  <a:pt x="9077960" y="6986270"/>
                  <a:pt x="8890000" y="6874510"/>
                </a:cubicBezTo>
                <a:cubicBezTo>
                  <a:pt x="8703310" y="6762750"/>
                  <a:pt x="8545830" y="6642100"/>
                  <a:pt x="8378190" y="6534150"/>
                </a:cubicBezTo>
                <a:cubicBezTo>
                  <a:pt x="8210550" y="6424930"/>
                  <a:pt x="8054340" y="6327140"/>
                  <a:pt x="7885430" y="6221730"/>
                </a:cubicBezTo>
                <a:cubicBezTo>
                  <a:pt x="7717790" y="6117590"/>
                  <a:pt x="7536180" y="6023610"/>
                  <a:pt x="7369810" y="5908040"/>
                </a:cubicBezTo>
                <a:cubicBezTo>
                  <a:pt x="7203440" y="5792470"/>
                  <a:pt x="7021830" y="5669280"/>
                  <a:pt x="6887210" y="5527040"/>
                </a:cubicBezTo>
                <a:cubicBezTo>
                  <a:pt x="6751320" y="5384800"/>
                  <a:pt x="6628130" y="5220970"/>
                  <a:pt x="6555740" y="5054600"/>
                </a:cubicBezTo>
                <a:cubicBezTo>
                  <a:pt x="6484620" y="4886960"/>
                  <a:pt x="6455410" y="4701540"/>
                  <a:pt x="6455410" y="4526280"/>
                </a:cubicBezTo>
                <a:cubicBezTo>
                  <a:pt x="6455410" y="4351020"/>
                  <a:pt x="6503670" y="4170680"/>
                  <a:pt x="6559550" y="3999230"/>
                </a:cubicBezTo>
                <a:cubicBezTo>
                  <a:pt x="6614160" y="3827780"/>
                  <a:pt x="6697980" y="3660140"/>
                  <a:pt x="6785610" y="3496310"/>
                </a:cubicBezTo>
                <a:cubicBezTo>
                  <a:pt x="6874510" y="3331210"/>
                  <a:pt x="6971030" y="3167380"/>
                  <a:pt x="7089140" y="3009900"/>
                </a:cubicBezTo>
                <a:cubicBezTo>
                  <a:pt x="7207250" y="2852420"/>
                  <a:pt x="7335520" y="2691130"/>
                  <a:pt x="7494270" y="2548890"/>
                </a:cubicBezTo>
                <a:cubicBezTo>
                  <a:pt x="7653020" y="2406650"/>
                  <a:pt x="7837170" y="2266950"/>
                  <a:pt x="8042910" y="2157730"/>
                </a:cubicBezTo>
                <a:cubicBezTo>
                  <a:pt x="8248650" y="2047240"/>
                  <a:pt x="8486140" y="1957070"/>
                  <a:pt x="8724900" y="1891030"/>
                </a:cubicBezTo>
                <a:cubicBezTo>
                  <a:pt x="8964930" y="1826260"/>
                  <a:pt x="9225280" y="1788160"/>
                  <a:pt x="9478010" y="1764030"/>
                </a:cubicBezTo>
                <a:cubicBezTo>
                  <a:pt x="9730740" y="1739900"/>
                  <a:pt x="9988550" y="1738630"/>
                  <a:pt x="10241280" y="1743710"/>
                </a:cubicBezTo>
                <a:cubicBezTo>
                  <a:pt x="10494010" y="1750060"/>
                  <a:pt x="10746740" y="1765300"/>
                  <a:pt x="10995660" y="1797050"/>
                </a:cubicBezTo>
                <a:cubicBezTo>
                  <a:pt x="11243310" y="1828800"/>
                  <a:pt x="11497310" y="1868170"/>
                  <a:pt x="11732260" y="1932940"/>
                </a:cubicBezTo>
                <a:cubicBezTo>
                  <a:pt x="11968480" y="1998980"/>
                  <a:pt x="12207240" y="2081530"/>
                  <a:pt x="12411710" y="2188210"/>
                </a:cubicBezTo>
                <a:cubicBezTo>
                  <a:pt x="12616180" y="2293620"/>
                  <a:pt x="12804140" y="2428240"/>
                  <a:pt x="12960350" y="2567940"/>
                </a:cubicBezTo>
                <a:cubicBezTo>
                  <a:pt x="13116560" y="2708910"/>
                  <a:pt x="13238480" y="2872740"/>
                  <a:pt x="13350240" y="3030220"/>
                </a:cubicBezTo>
                <a:cubicBezTo>
                  <a:pt x="13463270" y="3187700"/>
                  <a:pt x="13543280" y="3351530"/>
                  <a:pt x="13637260" y="3514090"/>
                </a:cubicBezTo>
                <a:cubicBezTo>
                  <a:pt x="13731240" y="3675380"/>
                  <a:pt x="13817600" y="3831590"/>
                  <a:pt x="13911580" y="4000500"/>
                </a:cubicBezTo>
                <a:cubicBezTo>
                  <a:pt x="14004290" y="4169410"/>
                  <a:pt x="14114780" y="4339590"/>
                  <a:pt x="14197330" y="4526280"/>
                </a:cubicBezTo>
                <a:close/>
                <a:moveTo>
                  <a:pt x="14640560" y="4526280"/>
                </a:moveTo>
                <a:cubicBezTo>
                  <a:pt x="14737080" y="4733290"/>
                  <a:pt x="14832330" y="4961890"/>
                  <a:pt x="14856460" y="5186680"/>
                </a:cubicBezTo>
                <a:cubicBezTo>
                  <a:pt x="14881860" y="5412740"/>
                  <a:pt x="14865350" y="5660390"/>
                  <a:pt x="14787880" y="5882640"/>
                </a:cubicBezTo>
                <a:cubicBezTo>
                  <a:pt x="14709140" y="6104890"/>
                  <a:pt x="14564360" y="6328410"/>
                  <a:pt x="14387830" y="6521450"/>
                </a:cubicBezTo>
                <a:cubicBezTo>
                  <a:pt x="14211300" y="6713220"/>
                  <a:pt x="13973810" y="6888480"/>
                  <a:pt x="13728700" y="7037070"/>
                </a:cubicBezTo>
                <a:cubicBezTo>
                  <a:pt x="13483590" y="7185660"/>
                  <a:pt x="13201650" y="7310120"/>
                  <a:pt x="12918440" y="7411720"/>
                </a:cubicBezTo>
                <a:cubicBezTo>
                  <a:pt x="12636500" y="7512050"/>
                  <a:pt x="12332970" y="7592060"/>
                  <a:pt x="12033250" y="7641590"/>
                </a:cubicBezTo>
                <a:cubicBezTo>
                  <a:pt x="11733530" y="7692390"/>
                  <a:pt x="11419840" y="7717790"/>
                  <a:pt x="11121390" y="7711440"/>
                </a:cubicBezTo>
                <a:cubicBezTo>
                  <a:pt x="10822940" y="7705090"/>
                  <a:pt x="10516870" y="7663180"/>
                  <a:pt x="10241280" y="7600950"/>
                </a:cubicBezTo>
                <a:cubicBezTo>
                  <a:pt x="9965690" y="7538720"/>
                  <a:pt x="9701530" y="7437120"/>
                  <a:pt x="9465310" y="7336790"/>
                </a:cubicBezTo>
                <a:cubicBezTo>
                  <a:pt x="9227820" y="7237730"/>
                  <a:pt x="9020810" y="7112000"/>
                  <a:pt x="8817610" y="7001510"/>
                </a:cubicBezTo>
                <a:cubicBezTo>
                  <a:pt x="8614410" y="6891020"/>
                  <a:pt x="8436610" y="6780530"/>
                  <a:pt x="8244840" y="6677660"/>
                </a:cubicBezTo>
                <a:cubicBezTo>
                  <a:pt x="8053070" y="6573520"/>
                  <a:pt x="7862570" y="6484620"/>
                  <a:pt x="7666990" y="6379210"/>
                </a:cubicBezTo>
                <a:cubicBezTo>
                  <a:pt x="7471410" y="6275070"/>
                  <a:pt x="7258050" y="6176010"/>
                  <a:pt x="7072630" y="6051550"/>
                </a:cubicBezTo>
                <a:cubicBezTo>
                  <a:pt x="6885940" y="5925820"/>
                  <a:pt x="6692900" y="5784850"/>
                  <a:pt x="6553200" y="5626100"/>
                </a:cubicBezTo>
                <a:cubicBezTo>
                  <a:pt x="6413500" y="5467350"/>
                  <a:pt x="6299200" y="5283200"/>
                  <a:pt x="6233160" y="5100320"/>
                </a:cubicBezTo>
                <a:cubicBezTo>
                  <a:pt x="6168390" y="4917440"/>
                  <a:pt x="6153150" y="4716780"/>
                  <a:pt x="6159500" y="4526280"/>
                </a:cubicBezTo>
                <a:cubicBezTo>
                  <a:pt x="6165850" y="4335780"/>
                  <a:pt x="6217920" y="4144010"/>
                  <a:pt x="6273800" y="3958590"/>
                </a:cubicBezTo>
                <a:cubicBezTo>
                  <a:pt x="6329680" y="3771900"/>
                  <a:pt x="6405880" y="3590290"/>
                  <a:pt x="6493510" y="3408680"/>
                </a:cubicBezTo>
                <a:cubicBezTo>
                  <a:pt x="6581140" y="3227070"/>
                  <a:pt x="6676390" y="3044190"/>
                  <a:pt x="6802120" y="2871470"/>
                </a:cubicBezTo>
                <a:cubicBezTo>
                  <a:pt x="6926580" y="2697480"/>
                  <a:pt x="7068820" y="2520950"/>
                  <a:pt x="7244080" y="2368550"/>
                </a:cubicBezTo>
                <a:cubicBezTo>
                  <a:pt x="7420610" y="2216150"/>
                  <a:pt x="7631430" y="2071370"/>
                  <a:pt x="7858760" y="1958340"/>
                </a:cubicBezTo>
                <a:cubicBezTo>
                  <a:pt x="8086090" y="1845310"/>
                  <a:pt x="8348980" y="1756410"/>
                  <a:pt x="8609330" y="1689100"/>
                </a:cubicBezTo>
                <a:cubicBezTo>
                  <a:pt x="8869680" y="1623060"/>
                  <a:pt x="9149080" y="1586230"/>
                  <a:pt x="9420860" y="1558290"/>
                </a:cubicBezTo>
                <a:cubicBezTo>
                  <a:pt x="9692640" y="1530350"/>
                  <a:pt x="9968230" y="1521460"/>
                  <a:pt x="10241280" y="1524000"/>
                </a:cubicBezTo>
                <a:cubicBezTo>
                  <a:pt x="10514330" y="1525270"/>
                  <a:pt x="10789920" y="1535430"/>
                  <a:pt x="11059160" y="1567180"/>
                </a:cubicBezTo>
                <a:cubicBezTo>
                  <a:pt x="11328400" y="1598930"/>
                  <a:pt x="11605260" y="1642110"/>
                  <a:pt x="11857990" y="1715770"/>
                </a:cubicBezTo>
                <a:cubicBezTo>
                  <a:pt x="12110720" y="1789430"/>
                  <a:pt x="12362180" y="1889760"/>
                  <a:pt x="12578080" y="2009140"/>
                </a:cubicBezTo>
                <a:cubicBezTo>
                  <a:pt x="12792710" y="2128520"/>
                  <a:pt x="12983210" y="2279650"/>
                  <a:pt x="13148310" y="2433320"/>
                </a:cubicBezTo>
                <a:cubicBezTo>
                  <a:pt x="13314680" y="2585720"/>
                  <a:pt x="13440410" y="2759710"/>
                  <a:pt x="13568680" y="2924810"/>
                </a:cubicBezTo>
                <a:cubicBezTo>
                  <a:pt x="13698220" y="3091180"/>
                  <a:pt x="13801090" y="3258820"/>
                  <a:pt x="13920470" y="3429000"/>
                </a:cubicBezTo>
                <a:cubicBezTo>
                  <a:pt x="14039850" y="3599180"/>
                  <a:pt x="14164310" y="3764280"/>
                  <a:pt x="14284960" y="3947160"/>
                </a:cubicBezTo>
                <a:cubicBezTo>
                  <a:pt x="14404340" y="4130040"/>
                  <a:pt x="14545310" y="4319270"/>
                  <a:pt x="14640560" y="4526280"/>
                </a:cubicBezTo>
                <a:close/>
                <a:moveTo>
                  <a:pt x="15109190" y="4526280"/>
                </a:moveTo>
                <a:cubicBezTo>
                  <a:pt x="15212060" y="4753610"/>
                  <a:pt x="15300960" y="5007610"/>
                  <a:pt x="15312390" y="5252720"/>
                </a:cubicBezTo>
                <a:cubicBezTo>
                  <a:pt x="15322550" y="5497830"/>
                  <a:pt x="15276830" y="5761990"/>
                  <a:pt x="15172690" y="5996940"/>
                </a:cubicBezTo>
                <a:cubicBezTo>
                  <a:pt x="15068550" y="6233160"/>
                  <a:pt x="14890750" y="6464300"/>
                  <a:pt x="14688820" y="6666230"/>
                </a:cubicBezTo>
                <a:cubicBezTo>
                  <a:pt x="14485620" y="6866890"/>
                  <a:pt x="14225270" y="7047230"/>
                  <a:pt x="13958570" y="7202170"/>
                </a:cubicBezTo>
                <a:cubicBezTo>
                  <a:pt x="13691870" y="7357110"/>
                  <a:pt x="13390880" y="7489190"/>
                  <a:pt x="13087350" y="7593330"/>
                </a:cubicBezTo>
                <a:cubicBezTo>
                  <a:pt x="12785090" y="7698740"/>
                  <a:pt x="12461240" y="7781290"/>
                  <a:pt x="12141200" y="7829550"/>
                </a:cubicBezTo>
                <a:cubicBezTo>
                  <a:pt x="11821160" y="7877810"/>
                  <a:pt x="11484610" y="7896860"/>
                  <a:pt x="11168380" y="7882890"/>
                </a:cubicBezTo>
                <a:cubicBezTo>
                  <a:pt x="10852150" y="7867650"/>
                  <a:pt x="10530840" y="7811770"/>
                  <a:pt x="10241280" y="7741920"/>
                </a:cubicBezTo>
                <a:cubicBezTo>
                  <a:pt x="9951720" y="7672070"/>
                  <a:pt x="9681210" y="7561580"/>
                  <a:pt x="9431020" y="7459980"/>
                </a:cubicBezTo>
                <a:cubicBezTo>
                  <a:pt x="9180830" y="7358380"/>
                  <a:pt x="8962390" y="7239000"/>
                  <a:pt x="8740140" y="7134860"/>
                </a:cubicBezTo>
                <a:cubicBezTo>
                  <a:pt x="8517890" y="7031990"/>
                  <a:pt x="8314690" y="6935470"/>
                  <a:pt x="8096250" y="6837680"/>
                </a:cubicBezTo>
                <a:cubicBezTo>
                  <a:pt x="7877810" y="6739890"/>
                  <a:pt x="7650480" y="6658610"/>
                  <a:pt x="7428230" y="6551930"/>
                </a:cubicBezTo>
                <a:cubicBezTo>
                  <a:pt x="7205980" y="6445250"/>
                  <a:pt x="6964680" y="6337300"/>
                  <a:pt x="6764020" y="6198870"/>
                </a:cubicBezTo>
                <a:cubicBezTo>
                  <a:pt x="6563360" y="6061710"/>
                  <a:pt x="6365240" y="5900420"/>
                  <a:pt x="6225540" y="5723890"/>
                </a:cubicBezTo>
                <a:cubicBezTo>
                  <a:pt x="6085840" y="5548630"/>
                  <a:pt x="5984240" y="5344160"/>
                  <a:pt x="5924550" y="5144770"/>
                </a:cubicBezTo>
                <a:cubicBezTo>
                  <a:pt x="5866130" y="4945380"/>
                  <a:pt x="5861050" y="4730750"/>
                  <a:pt x="5871210" y="4526280"/>
                </a:cubicBezTo>
                <a:cubicBezTo>
                  <a:pt x="5880100" y="4321810"/>
                  <a:pt x="5928360" y="4117340"/>
                  <a:pt x="5980430" y="3916680"/>
                </a:cubicBezTo>
                <a:cubicBezTo>
                  <a:pt x="6033770" y="3714750"/>
                  <a:pt x="6099810" y="3515360"/>
                  <a:pt x="6187440" y="3317240"/>
                </a:cubicBezTo>
                <a:cubicBezTo>
                  <a:pt x="6275070" y="3119120"/>
                  <a:pt x="6370320" y="2917190"/>
                  <a:pt x="6504940" y="2729230"/>
                </a:cubicBezTo>
                <a:cubicBezTo>
                  <a:pt x="6640830" y="2541270"/>
                  <a:pt x="6800850" y="2350770"/>
                  <a:pt x="6997700" y="2190750"/>
                </a:cubicBezTo>
                <a:cubicBezTo>
                  <a:pt x="7193280" y="2030730"/>
                  <a:pt x="7430770" y="1883410"/>
                  <a:pt x="7680960" y="1767840"/>
                </a:cubicBezTo>
                <a:cubicBezTo>
                  <a:pt x="7931150" y="1651000"/>
                  <a:pt x="8216900" y="1564640"/>
                  <a:pt x="8497570" y="1494790"/>
                </a:cubicBezTo>
                <a:cubicBezTo>
                  <a:pt x="8778240" y="1424940"/>
                  <a:pt x="9072880" y="1383030"/>
                  <a:pt x="9363710" y="1350010"/>
                </a:cubicBezTo>
                <a:cubicBezTo>
                  <a:pt x="9654540" y="1316990"/>
                  <a:pt x="9947910" y="1299210"/>
                  <a:pt x="10241280" y="1296670"/>
                </a:cubicBezTo>
                <a:cubicBezTo>
                  <a:pt x="10534650" y="1294130"/>
                  <a:pt x="10833100" y="1297940"/>
                  <a:pt x="11123930" y="1333500"/>
                </a:cubicBezTo>
                <a:cubicBezTo>
                  <a:pt x="11413490" y="1367790"/>
                  <a:pt x="11710670" y="1419860"/>
                  <a:pt x="11979910" y="1504950"/>
                </a:cubicBezTo>
                <a:cubicBezTo>
                  <a:pt x="12247880" y="1588770"/>
                  <a:pt x="12509500" y="1706880"/>
                  <a:pt x="12734290" y="1840230"/>
                </a:cubicBezTo>
                <a:cubicBezTo>
                  <a:pt x="12959080" y="1972310"/>
                  <a:pt x="13153390" y="2139950"/>
                  <a:pt x="13329920" y="2302510"/>
                </a:cubicBezTo>
                <a:cubicBezTo>
                  <a:pt x="13506450" y="2465070"/>
                  <a:pt x="13646150" y="2644140"/>
                  <a:pt x="13796010" y="2815590"/>
                </a:cubicBezTo>
                <a:cubicBezTo>
                  <a:pt x="13947140" y="2988310"/>
                  <a:pt x="14083030" y="3157220"/>
                  <a:pt x="14232890" y="3336290"/>
                </a:cubicBezTo>
                <a:cubicBezTo>
                  <a:pt x="14382750" y="3515360"/>
                  <a:pt x="14547850" y="3690620"/>
                  <a:pt x="14693900" y="3888740"/>
                </a:cubicBezTo>
                <a:cubicBezTo>
                  <a:pt x="14839950" y="4086860"/>
                  <a:pt x="15006320" y="4298950"/>
                  <a:pt x="15109190" y="4526280"/>
                </a:cubicBezTo>
                <a:close/>
                <a:moveTo>
                  <a:pt x="15591790" y="4526280"/>
                </a:moveTo>
                <a:cubicBezTo>
                  <a:pt x="15694660" y="4775200"/>
                  <a:pt x="15767050" y="5053330"/>
                  <a:pt x="15758160" y="5316220"/>
                </a:cubicBezTo>
                <a:cubicBezTo>
                  <a:pt x="15749270" y="5579110"/>
                  <a:pt x="15667990" y="5858510"/>
                  <a:pt x="15537180" y="6106160"/>
                </a:cubicBezTo>
                <a:cubicBezTo>
                  <a:pt x="15406370" y="6353810"/>
                  <a:pt x="15199360" y="6593840"/>
                  <a:pt x="14972030" y="6802120"/>
                </a:cubicBezTo>
                <a:cubicBezTo>
                  <a:pt x="14745970" y="7011670"/>
                  <a:pt x="14465300" y="7199630"/>
                  <a:pt x="14178280" y="7360920"/>
                </a:cubicBezTo>
                <a:cubicBezTo>
                  <a:pt x="13891260" y="7522210"/>
                  <a:pt x="13573760" y="7661910"/>
                  <a:pt x="13251180" y="7768590"/>
                </a:cubicBezTo>
                <a:cubicBezTo>
                  <a:pt x="12927330" y="7876540"/>
                  <a:pt x="12581890" y="7960360"/>
                  <a:pt x="12241530" y="8003540"/>
                </a:cubicBezTo>
                <a:cubicBezTo>
                  <a:pt x="11902440" y="8047990"/>
                  <a:pt x="11544300" y="8056880"/>
                  <a:pt x="11210290" y="8034020"/>
                </a:cubicBezTo>
                <a:cubicBezTo>
                  <a:pt x="10876280" y="8011160"/>
                  <a:pt x="10543540" y="7942580"/>
                  <a:pt x="10241280" y="7866380"/>
                </a:cubicBezTo>
                <a:cubicBezTo>
                  <a:pt x="9939020" y="7791450"/>
                  <a:pt x="9662160" y="7678420"/>
                  <a:pt x="9398000" y="7580630"/>
                </a:cubicBezTo>
                <a:cubicBezTo>
                  <a:pt x="9132570" y="7484110"/>
                  <a:pt x="8900160" y="7376160"/>
                  <a:pt x="8655050" y="7282180"/>
                </a:cubicBezTo>
                <a:cubicBezTo>
                  <a:pt x="8411210" y="7188200"/>
                  <a:pt x="8176260" y="7109460"/>
                  <a:pt x="7928610" y="7018020"/>
                </a:cubicBezTo>
                <a:cubicBezTo>
                  <a:pt x="7682230" y="6926580"/>
                  <a:pt x="7418070" y="6847840"/>
                  <a:pt x="7171690" y="6736080"/>
                </a:cubicBezTo>
                <a:cubicBezTo>
                  <a:pt x="6925310" y="6625590"/>
                  <a:pt x="6662420" y="6502400"/>
                  <a:pt x="6451600" y="6348730"/>
                </a:cubicBezTo>
                <a:cubicBezTo>
                  <a:pt x="6242050" y="6196330"/>
                  <a:pt x="6046470" y="6012180"/>
                  <a:pt x="5909310" y="5817870"/>
                </a:cubicBezTo>
                <a:cubicBezTo>
                  <a:pt x="5773420" y="5624830"/>
                  <a:pt x="5685790" y="5401310"/>
                  <a:pt x="5631180" y="5186680"/>
                </a:cubicBezTo>
                <a:cubicBezTo>
                  <a:pt x="5576570" y="4970780"/>
                  <a:pt x="5576570" y="4744720"/>
                  <a:pt x="5584190" y="4526280"/>
                </a:cubicBezTo>
                <a:cubicBezTo>
                  <a:pt x="5590540" y="4307840"/>
                  <a:pt x="5628640" y="4089400"/>
                  <a:pt x="5675630" y="3872230"/>
                </a:cubicBezTo>
                <a:cubicBezTo>
                  <a:pt x="5722620" y="3655060"/>
                  <a:pt x="5777230" y="3436620"/>
                  <a:pt x="5866130" y="3221990"/>
                </a:cubicBezTo>
                <a:cubicBezTo>
                  <a:pt x="5955030" y="3007360"/>
                  <a:pt x="6056630" y="2785110"/>
                  <a:pt x="6205220" y="2584450"/>
                </a:cubicBezTo>
                <a:cubicBezTo>
                  <a:pt x="6353810" y="2383790"/>
                  <a:pt x="6539230" y="2184400"/>
                  <a:pt x="6756400" y="2018030"/>
                </a:cubicBezTo>
                <a:cubicBezTo>
                  <a:pt x="6974840" y="1850390"/>
                  <a:pt x="7239000" y="1703070"/>
                  <a:pt x="7510780" y="1584960"/>
                </a:cubicBezTo>
                <a:cubicBezTo>
                  <a:pt x="7782560" y="1465580"/>
                  <a:pt x="8087360" y="1376680"/>
                  <a:pt x="8387080" y="1303020"/>
                </a:cubicBezTo>
                <a:cubicBezTo>
                  <a:pt x="8685530" y="1228090"/>
                  <a:pt x="8996680" y="1178560"/>
                  <a:pt x="9305290" y="1137920"/>
                </a:cubicBezTo>
                <a:cubicBezTo>
                  <a:pt x="9613900" y="1098550"/>
                  <a:pt x="9927590" y="1069340"/>
                  <a:pt x="10241280" y="1062990"/>
                </a:cubicBezTo>
                <a:cubicBezTo>
                  <a:pt x="10554970" y="1055370"/>
                  <a:pt x="10878820" y="1059180"/>
                  <a:pt x="11187430" y="1099820"/>
                </a:cubicBezTo>
                <a:cubicBezTo>
                  <a:pt x="11497310" y="1139190"/>
                  <a:pt x="11813540" y="1205230"/>
                  <a:pt x="12095480" y="1303020"/>
                </a:cubicBezTo>
                <a:cubicBezTo>
                  <a:pt x="12378690" y="1399540"/>
                  <a:pt x="12646660" y="1535430"/>
                  <a:pt x="12881610" y="1681480"/>
                </a:cubicBezTo>
                <a:cubicBezTo>
                  <a:pt x="13117830" y="1826260"/>
                  <a:pt x="13315950" y="2004060"/>
                  <a:pt x="13508990" y="2172970"/>
                </a:cubicBezTo>
                <a:cubicBezTo>
                  <a:pt x="13702030" y="2343150"/>
                  <a:pt x="13863320" y="2520950"/>
                  <a:pt x="14041120" y="2697480"/>
                </a:cubicBezTo>
                <a:cubicBezTo>
                  <a:pt x="14220190" y="2874010"/>
                  <a:pt x="14396720" y="3044190"/>
                  <a:pt x="14579600" y="3232150"/>
                </a:cubicBezTo>
                <a:cubicBezTo>
                  <a:pt x="14762480" y="3420110"/>
                  <a:pt x="14969490" y="3609340"/>
                  <a:pt x="15138400" y="3825240"/>
                </a:cubicBezTo>
                <a:cubicBezTo>
                  <a:pt x="15307310" y="4041140"/>
                  <a:pt x="15488920" y="4277360"/>
                  <a:pt x="15591790" y="4526280"/>
                </a:cubicBezTo>
                <a:close/>
              </a:path>
            </a:pathLst>
          </a:custGeom>
          <a:noFill/>
          <a:ln w="9525">
            <a:solidFill>
              <a:schemeClr val="tx1">
                <a:alpha val="85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ecoration"/>
          <p:cNvSpPr/>
          <p:nvPr/>
        </p:nvSpPr>
        <p:spPr>
          <a:xfrm>
            <a:off x="942340" y="3669030"/>
            <a:ext cx="1422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5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CF27DA3-22B8-F73E-8C89-AB949B6707EB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757C72A-DD12-744F-3A96-C0D8F6E984B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4394E620-2BE4-56CD-9628-55DC50B1A74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6036519-3BE0-96F7-1A40-41E4BC9A194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2468880"/>
            <a:ext cx="10485120" cy="137160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>
          <a:xfrm>
            <a:off x="853440" y="3977640"/>
            <a:ext cx="10485120" cy="96012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B3DB2A-565D-7B1A-7254-FDA68154ED45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F305FE1-2DF7-B539-53F8-1E5A07E4B0B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02AE1A8-9C56-EC62-84EB-68A47D37BDE2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431CC489-94C7-1ADE-9629-A1BA522E341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534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8534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3"/>
          </p:nvPr>
        </p:nvSpPr>
        <p:spPr>
          <a:xfrm>
            <a:off x="63398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"/>
          </p:nvPr>
        </p:nvSpPr>
        <p:spPr>
          <a:xfrm>
            <a:off x="63398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27F33799-45B7-5961-1DC6-FBF5036C6FD3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DF8AB65F-443D-F521-35CA-6CCC7E71B9C2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8C50A0BB-D99A-7555-CDFE-13B1059DB36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8DEC1F8-8212-B3A1-FA99-38C94A7B87D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A9A73262-F389-B277-D96D-7992FEC27204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8CF0DBF-C4C7-D002-EA1A-98F1148DB9A1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B02DD23-2823-FF18-15BF-93AD7C3B231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50F919E2-B759-E2B5-7C98-92678CFBA8DD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00726E-9699-D2A0-402C-CF4A6F51877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1F564AB1-EE8F-F875-FAD3-A695CD83622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A60270A-D25D-8300-8024-70B5A9928E7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3C35C8F-B1A8-0888-59F1-325C8D4216D3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C1F30267-ECD1-10F1-6B80-CC44D508E20E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1E37467-4168-E112-AAE7-EBEA8CA9C87C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>
        <a:buNone/>
        <a:defRPr sz="4000" b="0">
          <a:solidFill>
            <a:schemeClr val="tx1"/>
          </a:solidFill>
          <a:latin typeface="+mj-lt"/>
          <a:ea typeface="+mj-ea"/>
          <a:cs typeface="+mj-cs"/>
        </a:defRPr>
      </a:lvl1pPr>
      <a:lvl2pPr marL="457200" indent="0" algn="l">
        <a:buNone/>
        <a:defRPr sz="3800" b="0">
          <a:solidFill>
            <a:schemeClr val="tx1"/>
          </a:solidFill>
          <a:latin typeface="+mj-lt"/>
          <a:ea typeface="+mj-ea"/>
          <a:cs typeface="+mj-cs"/>
        </a:defRPr>
      </a:lvl2pPr>
      <a:lvl3pPr marL="914400" indent="0" algn="l">
        <a:buNone/>
        <a:defRPr sz="3600" b="0">
          <a:solidFill>
            <a:schemeClr val="tx1"/>
          </a:solidFill>
          <a:latin typeface="+mj-lt"/>
          <a:ea typeface="+mj-ea"/>
          <a:cs typeface="+mj-cs"/>
        </a:defRPr>
      </a:lvl3pPr>
      <a:lvl4pPr marL="1371600" indent="0" algn="l">
        <a:buNone/>
        <a:defRPr sz="3400" b="0">
          <a:solidFill>
            <a:schemeClr val="tx1"/>
          </a:solidFill>
          <a:latin typeface="+mj-lt"/>
          <a:ea typeface="+mj-ea"/>
          <a:cs typeface="+mj-cs"/>
        </a:defRPr>
      </a:lvl4pPr>
      <a:lvl5pPr marL="1828800" indent="0" algn="l">
        <a:buNone/>
        <a:defRPr sz="3200" b="0">
          <a:solidFill>
            <a:schemeClr val="tx1"/>
          </a:solidFill>
          <a:latin typeface="+mj-lt"/>
          <a:ea typeface="+mj-ea"/>
          <a:cs typeface="+mj-cs"/>
        </a:defRPr>
      </a:lvl5pPr>
      <a:lvl6pPr marL="2286000" indent="0" algn="l">
        <a:buNone/>
        <a:defRPr sz="3000" b="0">
          <a:solidFill>
            <a:schemeClr val="tx1"/>
          </a:solidFill>
          <a:latin typeface="+mj-lt"/>
          <a:ea typeface="+mj-ea"/>
          <a:cs typeface="+mj-cs"/>
        </a:defRPr>
      </a:lvl6pPr>
      <a:lvl7pPr marL="2743200" indent="0" algn="l"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7pPr>
      <a:lvl8pPr marL="3200400" indent="0" algn="l">
        <a:buNone/>
        <a:defRPr sz="2600" b="0">
          <a:solidFill>
            <a:schemeClr val="tx1"/>
          </a:solidFill>
          <a:latin typeface="+mj-lt"/>
          <a:ea typeface="+mj-ea"/>
          <a:cs typeface="+mj-cs"/>
        </a:defRPr>
      </a:lvl8pPr>
      <a:lvl9pPr marL="3657600" indent="0" algn="l">
        <a:buNone/>
        <a:defRPr sz="2400" b="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342900" indent="-342900" algn="l">
        <a:spcBef>
          <a:spcPts val="1000"/>
        </a:spcBef>
        <a:buFont typeface="Arial"/>
        <a:buChar char="•"/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>
        <a:spcBef>
          <a:spcPts val="400"/>
        </a:spcBef>
        <a:buFont typeface="Arial"/>
        <a:buChar char="–"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>
        <a:spcBef>
          <a:spcPts val="400"/>
        </a:spcBef>
        <a:buFont typeface="Arial"/>
        <a:buChar char="▪"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>
        <a:spcBef>
          <a:spcPts val="400"/>
        </a:spcBef>
        <a:buFont typeface="Arial"/>
        <a:buChar char="›"/>
        <a:defRPr sz="1600" b="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>
        <a:spcBef>
          <a:spcPts val="400"/>
        </a:spcBef>
        <a:buFont typeface="Arial"/>
        <a:buChar char="»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marL="2628900" indent="-342900" algn="l">
        <a:spcBef>
          <a:spcPts val="400"/>
        </a:spcBef>
        <a:buFont typeface="Arial"/>
        <a:buChar char="•"/>
        <a:defRPr sz="1200" b="0">
          <a:solidFill>
            <a:schemeClr val="tx1"/>
          </a:solidFill>
          <a:latin typeface="+mn-lt"/>
          <a:ea typeface="+mn-ea"/>
          <a:cs typeface="+mn-cs"/>
        </a:defRPr>
      </a:lvl6pPr>
      <a:lvl7pPr marL="3086100" indent="-342900" algn="l">
        <a:spcBef>
          <a:spcPts val="400"/>
        </a:spcBef>
        <a:buFont typeface="Arial"/>
        <a:buChar char="–"/>
        <a:defRPr sz="1200" b="0">
          <a:solidFill>
            <a:schemeClr val="tx1"/>
          </a:solidFill>
          <a:latin typeface="+mn-lt"/>
          <a:ea typeface="+mn-ea"/>
          <a:cs typeface="+mn-cs"/>
        </a:defRPr>
      </a:lvl7pPr>
      <a:lvl8pPr marL="3543300" indent="-342900" algn="l">
        <a:spcBef>
          <a:spcPts val="400"/>
        </a:spcBef>
        <a:buFont typeface="Arial"/>
        <a:buChar char="▪"/>
        <a:defRPr sz="1200" b="0">
          <a:solidFill>
            <a:schemeClr val="tx1"/>
          </a:solidFill>
          <a:latin typeface="+mn-lt"/>
          <a:ea typeface="+mn-ea"/>
          <a:cs typeface="+mn-cs"/>
        </a:defRPr>
      </a:lvl8pPr>
      <a:lvl9pPr marL="4000500" indent="-342900" algn="l">
        <a:spcBef>
          <a:spcPts val="400"/>
        </a:spcBef>
        <a:buFont typeface="Arial"/>
        <a:buChar char="›"/>
        <a:defRPr sz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Welcome to Prizma</a:t>
            </a:r>
            <a:endParaRPr lang="en-US" sz="5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two-minute tour. Press F5 to play it as a slide show, or click through the slides on the left.</a:t>
            </a:r>
            <a:endParaRPr lang="en-US" sz="2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 every command fast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ribbon groups commands by task: Home, Insert, Draw, Design, Transitions, Animations and more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a picture, table or chart and its own tab appears at the end of the ribbon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Right-click anything for the commands that fit it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Press Alt+Q and type what you want to do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in a few clicks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 › Themes restyles every slide at once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Variants switch the colour scheme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 and Fonts fine-tune the theme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Format pane (Ctrl+1) sets exact fills, outlines, shadows and sizes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painter copies a look to other objects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 guides line things up while you drag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2331720"/>
            <a:ext cx="536448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20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7559040" y="2468880"/>
            <a:ext cx="1524000" cy="15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9022080" y="4114800"/>
            <a:ext cx="2159000" cy="1219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22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241280" y="2057400"/>
            <a:ext cx="558800" cy="55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tar5"/>
          <p:cNvSpPr/>
          <p:nvPr/>
        </p:nvSpPr>
        <p:spPr>
          <a:xfrm>
            <a:off x="5207000" y="2540000"/>
            <a:ext cx="1778000" cy="1778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3429000" y="1920240"/>
          <a:ext cx="53340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/>
                <a:gridCol w="1778000"/>
                <a:gridCol w="1778000"/>
              </a:tblGrid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"/>
          <p:cNvGrpSpPr/>
          <p:nvPr/>
        </p:nvGrpSpPr>
        <p:grpSpPr>
          <a:xfrm rot="900000">
            <a:off x="0" y="1397000"/>
            <a:ext cx="7112000" cy="4064000"/>
            <a:chOff x="0" y="1397000"/>
            <a:chExt cx="7112000" cy="4064000"/>
          </a:xfrm>
        </p:grpSpPr>
        <p:graphicFrame>
          <p:nvGraphicFramePr>
            <p:cNvPr id="10" name="Chart"/>
            <p:cNvGraphicFramePr/>
            <p:nvPr/>
          </p:nvGraphicFramePr>
          <p:xfrm>
            <a:off x="0" y="1397000"/>
            <a:ext cx="7112000" cy="4064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1" name="Icon"/>
            <p:cNvSpPr/>
            <p:nvPr/>
          </p:nvSpPr>
          <p:spPr>
            <a:xfrm>
              <a:off x="3098800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017" y="2814"/>
                  </a:moveTo>
                  <a:cubicBezTo>
                    <a:pt x="11105" y="2341"/>
                    <a:pt x="11519" y="1998"/>
                    <a:pt x="12000" y="1998"/>
                  </a:cubicBezTo>
                  <a:cubicBezTo>
                    <a:pt x="12481" y="1998"/>
                    <a:pt x="12895" y="2341"/>
                    <a:pt x="12983" y="2814"/>
                  </a:cubicBezTo>
                  <a:lnTo>
                    <a:pt x="14034" y="8372"/>
                  </a:lnTo>
                  <a:cubicBezTo>
                    <a:pt x="14187" y="9181"/>
                    <a:pt x="14819" y="9813"/>
                    <a:pt x="15628" y="9966"/>
                  </a:cubicBezTo>
                  <a:lnTo>
                    <a:pt x="21186" y="11017"/>
                  </a:lnTo>
                  <a:cubicBezTo>
                    <a:pt x="21659" y="11105"/>
                    <a:pt x="22002" y="11519"/>
                    <a:pt x="22002" y="12000"/>
                  </a:cubicBezTo>
                  <a:cubicBezTo>
                    <a:pt x="22002" y="12481"/>
                    <a:pt x="21659" y="12895"/>
                    <a:pt x="21186" y="12983"/>
                  </a:cubicBezTo>
                  <a:lnTo>
                    <a:pt x="15628" y="14034"/>
                  </a:lnTo>
                  <a:cubicBezTo>
                    <a:pt x="14819" y="14187"/>
                    <a:pt x="14187" y="14819"/>
                    <a:pt x="14034" y="15628"/>
                  </a:cubicBezTo>
                  <a:lnTo>
                    <a:pt x="12983" y="21186"/>
                  </a:lnTo>
                  <a:cubicBezTo>
                    <a:pt x="12895" y="21659"/>
                    <a:pt x="12481" y="22002"/>
                    <a:pt x="12000" y="22002"/>
                  </a:cubicBezTo>
                  <a:cubicBezTo>
                    <a:pt x="11519" y="22002"/>
                    <a:pt x="11105" y="21659"/>
                    <a:pt x="11017" y="21186"/>
                  </a:cubicBezTo>
                  <a:lnTo>
                    <a:pt x="9966" y="15628"/>
                  </a:lnTo>
                  <a:cubicBezTo>
                    <a:pt x="9813" y="14819"/>
                    <a:pt x="9181" y="14187"/>
                    <a:pt x="8372" y="14034"/>
                  </a:cubicBezTo>
                  <a:lnTo>
                    <a:pt x="2814" y="12983"/>
                  </a:lnTo>
                  <a:cubicBezTo>
                    <a:pt x="2341" y="12895"/>
                    <a:pt x="1998" y="12481"/>
                    <a:pt x="1998" y="12000"/>
                  </a:cubicBezTo>
                  <a:cubicBezTo>
                    <a:pt x="1998" y="11519"/>
                    <a:pt x="2341" y="11105"/>
                    <a:pt x="2814" y="11017"/>
                  </a:cubicBezTo>
                  <a:lnTo>
                    <a:pt x="8372" y="9966"/>
                  </a:lnTo>
                  <a:cubicBezTo>
                    <a:pt x="9181" y="9813"/>
                    <a:pt x="9813" y="9181"/>
                    <a:pt x="9966" y="8372"/>
                  </a:cubicBezTo>
                  <a:close/>
                </a:path>
                <a:path w="24000" h="24000" fill="none">
                  <a:moveTo>
                    <a:pt x="20000" y="2000"/>
                  </a:moveTo>
                  <a:lnTo>
                    <a:pt x="20000" y="6000"/>
                  </a:lnTo>
                </a:path>
                <a:path w="24000" h="24000" fill="none">
                  <a:moveTo>
                    <a:pt x="22000" y="4000"/>
                  </a:moveTo>
                  <a:lnTo>
                    <a:pt x="18000" y="4000"/>
                  </a:lnTo>
                </a:path>
                <a:path w="24000" h="24000" fill="none">
                  <a:moveTo>
                    <a:pt x="2000" y="20000"/>
                  </a:moveTo>
                  <a:cubicBezTo>
                    <a:pt x="2000" y="21105"/>
                    <a:pt x="2895" y="22000"/>
                    <a:pt x="4000" y="22000"/>
                  </a:cubicBezTo>
                  <a:cubicBezTo>
                    <a:pt x="5105" y="22000"/>
                    <a:pt x="6000" y="21105"/>
                    <a:pt x="6000" y="20000"/>
                  </a:cubicBezTo>
                  <a:cubicBezTo>
                    <a:pt x="6000" y="18895"/>
                    <a:pt x="5105" y="18000"/>
                    <a:pt x="4000" y="18000"/>
                  </a:cubicBezTo>
                  <a:cubicBezTo>
                    <a:pt x="2895" y="18000"/>
                    <a:pt x="2000" y="18895"/>
                    <a:pt x="2000" y="20000"/>
                  </a:cubicBez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prstDash val="solid"/>
              <a:round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prism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5074920"/>
            <a:ext cx="1048512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1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853440" y="1851660"/>
            <a:ext cx="2921000" cy="292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4389120" y="2057400"/>
            <a:ext cx="4572000" cy="2413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119360" y="2468880"/>
            <a:ext cx="1397000" cy="139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Bring in one idea at a time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lan"/>
          <p:cNvSpPr/>
          <p:nvPr/>
        </p:nvSpPr>
        <p:spPr>
          <a:xfrm>
            <a:off x="853440" y="2468880"/>
            <a:ext cx="3291840" cy="2331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Build"/>
          <p:cNvSpPr/>
          <p:nvPr/>
        </p:nvSpPr>
        <p:spPr>
          <a:xfrm>
            <a:off x="4389120" y="2468880"/>
            <a:ext cx="3291840" cy="2331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Build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Present"/>
          <p:cNvSpPr/>
          <p:nvPr/>
        </p:nvSpPr>
        <p:spPr>
          <a:xfrm>
            <a:off x="7924800" y="2468880"/>
            <a:ext cx="3291840" cy="23317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 with confidence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Presenter view shows your notes, the next slide and a timer (Alt+F5)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 on slides with the pen (Ctrl+P) or point with the laser (Ctrl+L)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Rehearse timings to practise and keep to time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Press B or W during a show to pause on a black or white screen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Works with your PowerPoint files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and save .pptx, .ppsx and .potx files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to PDF or pictures from File › Export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Prizma keeps a recovery copy while you work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 as .prizma for an exact copy of everything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make something great.</a:t>
            </a: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zoom dir="in"/>
      </p:transition>
    </mc:Choice>
    <mc:Fallback>
      <p:transition spd="slow">
        <p:zoom dir="in"/>
      </p:transition>
    </mc:Fallback>
  </mc:AlternateContent>
</p:sld>
</file>

<file path=ppt/theme/theme1.xml><?xml version="1.0" encoding="utf-8"?>
<a:theme xmlns:a="http://schemas.openxmlformats.org/drawingml/2006/main" name="Aurora">
  <a:themeElements>
    <a:clrScheme name="Aurora">
      <a:dk1>
        <a:srgbClr val="0B1124"/>
      </a:dk1>
      <a:lt1>
        <a:srgbClr val="F3F6FF"/>
      </a:lt1>
      <a:dk2>
        <a:srgbClr val="17213F"/>
      </a:dk2>
      <a:lt2>
        <a:srgbClr val="9AA6C8"/>
      </a:lt2>
      <a:accent1>
        <a:srgbClr val="2DD4BF"/>
      </a:accent1>
      <a:accent2>
        <a:srgbClr val="7B83FF"/>
      </a:accent2>
      <a:accent3>
        <a:srgbClr val="FF6B8A"/>
      </a:accent3>
      <a:accent4>
        <a:srgbClr val="F7C35F"/>
      </a:accent4>
      <a:accent5>
        <a:srgbClr val="4CC9F0"/>
      </a:accent5>
      <a:accent6>
        <a:srgbClr val="B48CFF"/>
      </a:accent6>
      <a:hlink>
        <a:srgbClr val="4CC9F0"/>
      </a:hlink>
      <a:folHlink>
        <a:srgbClr val="B48CFF"/>
      </a:folHlink>
    </a:clrScheme>
    <a:fontScheme name="Auror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Prizma</Application>
  <PresentationFormat>Custom</PresentationFormat>
  <Slides>9</Slides>
  <Notes>3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Prizma</dc:title>
  <dc:creator/>
  <cp:lastModifiedBy/>
  <cp:revision>1</cp:revision>
  <dcterms:created xsi:type="dcterms:W3CDTF">2026-10-13T18:32:46Z</dcterms:created>
  <dcterms:modified xsi:type="dcterms:W3CDTF">2026-10-13T18:33:09Z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izmaDocument">
    <vt:lpwstr>{"v":1,"theme":{"id":"aurora","name":"Aurora","variant":0},"hf":{"number":false,"footer":"","date":false,"dateText":"","hideOnTitle":true},"show":{"loop":false,"presenter":true,"useTimings":true,"display":"auto"}}</vt:lpwstr>
  </property>
</Properties>
</file>