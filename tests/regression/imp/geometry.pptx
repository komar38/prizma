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4"/>
          <p:cNvSpPr/>
          <p:nvPr/>
        </p:nvSpPr>
        <p:spPr>
          <a:xfrm>
            <a:off x="457200" y="457200"/>
            <a:ext cx="1916112" cy="455612"/>
          </a:xfrm>
          <a:custGeom>
            <a:avLst/>
            <a:gdLst>
              <a:gd name="f0" fmla="val w"/>
              <a:gd name="f1" fmla="val h"/>
              <a:gd name="f2" fmla="val 0"/>
              <a:gd name="f3" fmla="val 1915417"/>
              <a:gd name="f4" fmla="val 455782"/>
              <a:gd name="f5" fmla="val 310602"/>
              <a:gd name="f6" fmla="*/ f0 1 1915417"/>
              <a:gd name="f7" fmla="*/ f1 1 455782"/>
              <a:gd name="f8" fmla="val f2"/>
              <a:gd name="f9" fmla="val f3"/>
              <a:gd name="f10" fmla="val f4"/>
              <a:gd name="f11" fmla="+- f10 0 f8"/>
              <a:gd name="f12" fmla="+- f9 0 f8"/>
              <a:gd name="f13" fmla="*/ f12 1 1915417"/>
              <a:gd name="f14" fmla="*/ f11 1 455782"/>
              <a:gd name="f15" fmla="*/ 0 1 f13"/>
              <a:gd name="f16" fmla="*/ 1915417 1 f13"/>
              <a:gd name="f17" fmla="*/ 0 1 f14"/>
              <a:gd name="f18" fmla="*/ 455782 1 f14"/>
              <a:gd name="f19" fmla="*/ f15 f6 1"/>
              <a:gd name="f20" fmla="*/ f16 f6 1"/>
              <a:gd name="f21" fmla="*/ f18 f7 1"/>
              <a:gd name="f22" fmla="*/ f17 f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9" t="f22" r="f20" b="f21"/>
            <a:pathLst>
              <a:path w="1915417" h="455782">
                <a:moveTo>
                  <a:pt x="f2" y="f2"/>
                </a:moveTo>
                <a:lnTo>
                  <a:pt x="f2" y="f5"/>
                </a:lnTo>
                <a:lnTo>
                  <a:pt x="f3" y="f5"/>
                </a:lnTo>
                <a:lnTo>
                  <a:pt x="f3" y="f4"/>
                </a:lnTo>
              </a:path>
            </a:pathLst>
          </a:cu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8"/>
          <p:cNvSpPr/>
          <p:nvPr/>
        </p:nvSpPr>
        <p:spPr>
          <a:xfrm>
            <a:off x="457200" y="457200"/>
            <a:ext cx="1566863" cy="995363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9"/>
          <p:cNvSpPr/>
          <p:nvPr/>
        </p:nvSpPr>
        <p:spPr>
          <a:xfrm>
            <a:off x="457200" y="457200"/>
            <a:ext cx="1566862" cy="99536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567160"/>
              <a:gd name="f7" fmla="val 995146"/>
              <a:gd name="f8" fmla="val 99515"/>
              <a:gd name="f9" fmla="val 73122"/>
              <a:gd name="f10" fmla="val 10485"/>
              <a:gd name="f11" fmla="val 47810"/>
              <a:gd name="f12" fmla="val 29147"/>
              <a:gd name="f13" fmla="val 10484"/>
              <a:gd name="f14" fmla="val 1467645"/>
              <a:gd name="f15" fmla="val 1494038"/>
              <a:gd name="f16" fmla="val 1519350"/>
              <a:gd name="f17" fmla="val 1538013"/>
              <a:gd name="f18" fmla="val 1556676"/>
              <a:gd name="f19" fmla="val 895631"/>
              <a:gd name="f20" fmla="val 922024"/>
              <a:gd name="f21" fmla="val 1556675"/>
              <a:gd name="f22" fmla="val 947336"/>
              <a:gd name="f23" fmla="val 965999"/>
              <a:gd name="f24" fmla="val 984662"/>
              <a:gd name="f25" fmla="val 984661"/>
              <a:gd name="f26" fmla="+- 0 0 -90"/>
              <a:gd name="f27" fmla="*/ f3 1 1567160"/>
              <a:gd name="f28" fmla="*/ f4 1 995146"/>
              <a:gd name="f29" fmla="val f5"/>
              <a:gd name="f30" fmla="val f6"/>
              <a:gd name="f31" fmla="val f7"/>
              <a:gd name="f32" fmla="*/ f26 f0 1"/>
              <a:gd name="f33" fmla="+- f31 0 f29"/>
              <a:gd name="f34" fmla="+- f30 0 f29"/>
              <a:gd name="f35" fmla="*/ f32 1 f2"/>
              <a:gd name="f36" fmla="*/ f34 1 1567160"/>
              <a:gd name="f37" fmla="*/ f33 1 995146"/>
              <a:gd name="f38" fmla="*/ 0 f34 1"/>
              <a:gd name="f39" fmla="*/ 99515 f33 1"/>
              <a:gd name="f40" fmla="*/ 29147 f34 1"/>
              <a:gd name="f41" fmla="*/ 29147 f33 1"/>
              <a:gd name="f42" fmla="*/ 99515 f34 1"/>
              <a:gd name="f43" fmla="*/ 0 f33 1"/>
              <a:gd name="f44" fmla="*/ 1467645 f34 1"/>
              <a:gd name="f45" fmla="*/ 1538013 f34 1"/>
              <a:gd name="f46" fmla="*/ 1567160 f34 1"/>
              <a:gd name="f47" fmla="*/ 895631 f33 1"/>
              <a:gd name="f48" fmla="*/ 965999 f33 1"/>
              <a:gd name="f49" fmla="*/ 995146 f33 1"/>
              <a:gd name="f50" fmla="+- f35 0 f1"/>
              <a:gd name="f51" fmla="*/ f38 1 1567160"/>
              <a:gd name="f52" fmla="*/ f39 1 995146"/>
              <a:gd name="f53" fmla="*/ f40 1 1567160"/>
              <a:gd name="f54" fmla="*/ f41 1 995146"/>
              <a:gd name="f55" fmla="*/ f42 1 1567160"/>
              <a:gd name="f56" fmla="*/ f43 1 995146"/>
              <a:gd name="f57" fmla="*/ f44 1 1567160"/>
              <a:gd name="f58" fmla="*/ f45 1 1567160"/>
              <a:gd name="f59" fmla="*/ f46 1 1567160"/>
              <a:gd name="f60" fmla="*/ f47 1 995146"/>
              <a:gd name="f61" fmla="*/ f48 1 995146"/>
              <a:gd name="f62" fmla="*/ f49 1 995146"/>
              <a:gd name="f63" fmla="*/ f29 1 f36"/>
              <a:gd name="f64" fmla="*/ f30 1 f36"/>
              <a:gd name="f65" fmla="*/ f29 1 f37"/>
              <a:gd name="f66" fmla="*/ f31 1 f37"/>
              <a:gd name="f67" fmla="*/ f51 1 f36"/>
              <a:gd name="f68" fmla="*/ f52 1 f37"/>
              <a:gd name="f69" fmla="*/ f53 1 f36"/>
              <a:gd name="f70" fmla="*/ f54 1 f37"/>
              <a:gd name="f71" fmla="*/ f55 1 f36"/>
              <a:gd name="f72" fmla="*/ f56 1 f37"/>
              <a:gd name="f73" fmla="*/ f57 1 f36"/>
              <a:gd name="f74" fmla="*/ f58 1 f36"/>
              <a:gd name="f75" fmla="*/ f59 1 f36"/>
              <a:gd name="f76" fmla="*/ f60 1 f37"/>
              <a:gd name="f77" fmla="*/ f61 1 f37"/>
              <a:gd name="f78" fmla="*/ f62 1 f37"/>
              <a:gd name="f79" fmla="*/ f63 f27 1"/>
              <a:gd name="f80" fmla="*/ f64 f27 1"/>
              <a:gd name="f81" fmla="*/ f66 f28 1"/>
              <a:gd name="f82" fmla="*/ f65 f28 1"/>
              <a:gd name="f83" fmla="*/ f67 f27 1"/>
              <a:gd name="f84" fmla="*/ f68 f28 1"/>
              <a:gd name="f85" fmla="*/ f69 f27 1"/>
              <a:gd name="f86" fmla="*/ f70 f28 1"/>
              <a:gd name="f87" fmla="*/ f71 f27 1"/>
              <a:gd name="f88" fmla="*/ f72 f28 1"/>
              <a:gd name="f89" fmla="*/ f73 f27 1"/>
              <a:gd name="f90" fmla="*/ f74 f27 1"/>
              <a:gd name="f91" fmla="*/ f75 f27 1"/>
              <a:gd name="f92" fmla="*/ f76 f28 1"/>
              <a:gd name="f93" fmla="*/ f77 f28 1"/>
              <a:gd name="f94" fmla="*/ f78 f2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0">
                <a:pos x="f83" y="f84"/>
              </a:cxn>
              <a:cxn ang="f50">
                <a:pos x="f85" y="f86"/>
              </a:cxn>
              <a:cxn ang="f50">
                <a:pos x="f87" y="f88"/>
              </a:cxn>
              <a:cxn ang="f50">
                <a:pos x="f89" y="f88"/>
              </a:cxn>
              <a:cxn ang="f50">
                <a:pos x="f90" y="f86"/>
              </a:cxn>
              <a:cxn ang="f50">
                <a:pos x="f91" y="f84"/>
              </a:cxn>
              <a:cxn ang="f50">
                <a:pos x="f91" y="f92"/>
              </a:cxn>
              <a:cxn ang="f50">
                <a:pos x="f90" y="f93"/>
              </a:cxn>
              <a:cxn ang="f50">
                <a:pos x="f89" y="f94"/>
              </a:cxn>
              <a:cxn ang="f50">
                <a:pos x="f87" y="f94"/>
              </a:cxn>
              <a:cxn ang="f50">
                <a:pos x="f85" y="f93"/>
              </a:cxn>
              <a:cxn ang="f50">
                <a:pos x="f83" y="f92"/>
              </a:cxn>
              <a:cxn ang="f50">
                <a:pos x="f83" y="f84"/>
              </a:cxn>
            </a:cxnLst>
            <a:rect l="f79" t="f82" r="f80" b="f81"/>
            <a:pathLst>
              <a:path w="1567160" h="995146">
                <a:moveTo>
                  <a:pt x="f5" y="f8"/>
                </a:moveTo>
                <a:cubicBezTo>
                  <a:pt x="f5" y="f9"/>
                  <a:pt x="f10" y="f11"/>
                  <a:pt x="f12" y="f12"/>
                </a:cubicBezTo>
                <a:cubicBezTo>
                  <a:pt x="f11" y="f13"/>
                  <a:pt x="f9" y="f5"/>
                  <a:pt x="f8" y="f5"/>
                </a:cubicBezTo>
                <a:lnTo>
                  <a:pt x="f14" y="f5"/>
                </a:lnTo>
                <a:cubicBezTo>
                  <a:pt x="f15" y="f5"/>
                  <a:pt x="f16" y="f10"/>
                  <a:pt x="f17" y="f12"/>
                </a:cubicBezTo>
                <a:cubicBezTo>
                  <a:pt x="f18" y="f11"/>
                  <a:pt x="f6" y="f9"/>
                  <a:pt x="f6" y="f8"/>
                </a:cubicBezTo>
                <a:lnTo>
                  <a:pt x="f6" y="f19"/>
                </a:lnTo>
                <a:cubicBezTo>
                  <a:pt x="f6" y="f20"/>
                  <a:pt x="f21" y="f22"/>
                  <a:pt x="f17" y="f23"/>
                </a:cubicBezTo>
                <a:cubicBezTo>
                  <a:pt x="f16" y="f24"/>
                  <a:pt x="f15" y="f7"/>
                  <a:pt x="f14" y="f7"/>
                </a:cubicBezTo>
                <a:lnTo>
                  <a:pt x="f8" y="f7"/>
                </a:lnTo>
                <a:cubicBezTo>
                  <a:pt x="f9" y="f7"/>
                  <a:pt x="f11" y="f25"/>
                  <a:pt x="f12" y="f23"/>
                </a:cubicBezTo>
                <a:cubicBezTo>
                  <a:pt x="f13" y="f22"/>
                  <a:pt x="f5" y="f20"/>
                  <a:pt x="f5" y="f19"/>
                </a:cubicBezTo>
                <a:lnTo>
                  <a:pt x="f5" y="f8"/>
                </a:lnTo>
                <a:close/>
              </a:path>
            </a:pathLst>
          </a:cu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nknown"/>
          <p:cNvSpPr/>
          <p:nvPr/>
        </p:nvSpPr>
        <p:spPr>
          <a:xfrm>
            <a:off x="457200" y="457200"/>
            <a:ext cx="1916112" cy="455612"/>
          </a:xfrm>
          <a:custGeom>
            <a:avLst/>
            <a:gdLst>
              <a:gd name="f0" fmla="val w"/>
              <a:gd name="f1" fmla="val h"/>
              <a:gd name="f2" fmla="val 0"/>
              <a:gd name="f3" fmla="val 1915417"/>
              <a:gd name="f4" fmla="val 455782"/>
              <a:gd name="f5" fmla="at2 1 1"/>
              <a:gd name="f6" fmla="*/ f0 1 1915417"/>
              <a:gd name="f7" fmla="*/ f1 1 455782"/>
              <a:gd name="f8" fmla="val f2"/>
              <a:gd name="f9" fmla="val f3"/>
              <a:gd name="f10" fmla="val f4"/>
              <a:gd name="f11" fmla="+- f10 0 f8"/>
              <a:gd name="f12" fmla="+- f9 0 f8"/>
              <a:gd name="f13" fmla="*/ f12 1 1915417"/>
              <a:gd name="f14" fmla="*/ f11 1 455782"/>
              <a:gd name="f15" fmla="*/ 0 1 f13"/>
              <a:gd name="f16" fmla="*/ 1915417 1 f13"/>
              <a:gd name="f17" fmla="*/ 0 1 f14"/>
              <a:gd name="f18" fmla="*/ 455782 1 f14"/>
              <a:gd name="f19" fmla="*/ f15 f6 1"/>
              <a:gd name="f20" fmla="*/ f16 f6 1"/>
              <a:gd name="f21" fmla="*/ f18 f7 1"/>
              <a:gd name="f22" fmla="*/ f17 f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9" t="f22" r="f20" b="f21"/>
            <a:pathLst>
              <a:path w="1915417" h="455782">
                <a:moveTo>
                  <a:pt x="f2" y="f2"/>
                </a:moveTo>
                <a:lnTo>
                  <a:pt x="f2" y="f5"/>
                </a:lnTo>
                <a:lnTo>
                  <a:pt x="f3" y="f5"/>
                </a:lnTo>
                <a:lnTo>
                  <a:pt x="f3" y="f4"/>
                </a:lnTo>
              </a:path>
            </a:pathLst>
          </a:cu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