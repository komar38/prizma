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 &amp; 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Sales &amp; Marketing</c:v>
                </c:pt>
                <c:pt idx="2">
                  <c:v>Ops</c:v>
                </c:pt>
                <c:pt idx="3">
                  <c:v>HR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Sales &amp; Marketing</c:v>
                </c:pt>
                <c:pt idx="2">
                  <c:v>Ops</c:v>
                </c:pt>
                <c:pt idx="3">
                  <c:v>HR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cat>
            <c:multiLvlStrRef>
              <c:f>Sheet1!$A$2:$B$5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Q1</c:v>
                  </c:pt>
                  <c:pt idx="3">
                    <c:v>Q2</c:v>
                  </c:pt>
                </c:lvl>
                <c:lvl>
                  <c:pt idx="0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marker>
            <c:symbol val="none"/>
          </c:marker>
          <c:cat>
            <c:numRef>
              <c:f>Sheet1!$A$2:$A$4</c:f>
              <c:numCache>
                <c:formatCode>yyyy\-mm\-dd</c:formatCode>
                <c:ptCount val="3"/>
                <c:pt idx="0">
                  <c:v>45306.0</c:v>
                </c:pt>
                <c:pt idx="1">
                  <c:v>45337.0</c:v>
                </c:pt>
                <c:pt idx="2">
                  <c:v>45366.0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dateAx>
        <c:axId val="2118791784"/>
        <c:scaling>
          <c:orientation val="minMax"/>
        </c:scaling>
        <c:delete val="0"/>
        <c:axPos val="b"/>
        <c:numFmt formatCode="yyyy\-mm\-dd" sourceLinked="1"/>
        <c:majorTickMark val="out"/>
        <c:minorTickMark val="none"/>
        <c:tickLblPos val="nextTo"/>
        <c:crossAx val="2140495176"/>
        <c:crosses val="autoZero"/>
        <c:auto val="1"/>
        <c:lblOffset val="100"/>
        <c:baseTimeUnit val="days"/>
      </c:date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Line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6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6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6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6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