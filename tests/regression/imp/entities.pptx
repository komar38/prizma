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S&amp;P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A&amp;B</c:v>
                </c:pt>
                <c:pt idx="1">
                  <c:v>C&lt;D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om &amp; Jerry"/>
          <p:cNvSpPr txBox="1"/>
          <p:nvPr/>
        </p:nvSpPr>
        <p:spPr>
          <a:xfrm>
            <a:off x="9144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2" name="Chart &amp; Co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&amp;D box"/>
          <p:cNvSpPr txBox="1"/>
          <p:nvPr/>
        </p:nvSpPr>
        <p:spPr>
          <a:xfrm>
            <a:off x="9144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&amp; Co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