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1"/>
          <p:cNvGrpSpPr/>
          <p:nvPr/>
        </p:nvGrpSpPr>
        <p:grpSpPr>
          <a:xfrm flipH="1">
            <a:off x="914400" y="914400"/>
            <a:ext cx="3657600" cy="1828800"/>
            <a:chOff x="914400" y="914400"/>
            <a:chExt cx="3657600" cy="1828800"/>
          </a:xfrm>
        </p:grpSpPr>
        <p:sp>
          <p:nvSpPr>
            <p:cNvPr id="3" name="A"/>
            <p:cNvSpPr/>
            <p:nvPr/>
          </p:nvSpPr>
          <p:spPr>
            <a:xfrm rot="1800000">
              <a:off x="914400" y="914400"/>
              <a:ext cx="914400" cy="914400"/>
            </a:xfrm>
            <a:prstGeom prst="rt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4" name="B"/>
            <p:cNvGrpSpPr/>
            <p:nvPr/>
          </p:nvGrpSpPr>
          <p:grpSpPr>
            <a:xfrm>
              <a:off x="2743200" y="1828800"/>
              <a:ext cx="1828800" cy="914400"/>
              <a:chOff x="2743200" y="1828800"/>
              <a:chExt cx="1828800" cy="914400"/>
            </a:xfrm>
          </p:grpSpPr>
          <p:sp>
            <p:nvSpPr>
              <p:cNvPr id="5" name="C"/>
              <p:cNvSpPr/>
              <p:nvPr/>
            </p:nvSpPr>
            <p:spPr>
              <a:xfrm>
                <a:off x="2743200" y="1828800"/>
                <a:ext cx="457200" cy="4572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" name="C2"/>
              <p:cNvSpPr/>
              <p:nvPr/>
            </p:nvSpPr>
            <p:spPr>
              <a:xfrm>
                <a:off x="4114800" y="2286000"/>
                <a:ext cx="457200" cy="4572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" name="E"/>
            <p:cNvSpPr/>
            <p:nvPr/>
          </p:nvSpPr>
          <p:spPr>
            <a:xfrm>
              <a:off x="4114800" y="2286000"/>
              <a:ext cx="457200" cy="457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G2"/>
          <p:cNvGrpSpPr/>
          <p:nvPr/>
        </p:nvGrpSpPr>
        <p:grpSpPr>
          <a:xfrm flipV="1" rot="5400000">
            <a:off x="5486400" y="3657600"/>
            <a:ext cx="1828800" cy="1828800"/>
            <a:chOff x="5486400" y="3657600"/>
            <a:chExt cx="1828800" cy="1828800"/>
          </a:xfrm>
        </p:grpSpPr>
        <p:sp>
          <p:nvSpPr>
            <p:cNvPr id="9" name="D"/>
            <p:cNvSpPr/>
            <p:nvPr/>
          </p:nvSpPr>
          <p:spPr>
            <a:xfrm>
              <a:off x="5486400" y="3657600"/>
              <a:ext cx="914400" cy="457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2"/>
            <p:cNvSpPr/>
            <p:nvPr/>
          </p:nvSpPr>
          <p:spPr>
            <a:xfrm>
              <a:off x="6858000" y="5029200"/>
              <a:ext cx="457200" cy="457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