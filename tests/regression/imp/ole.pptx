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2.gi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3.gif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aphicFrame xmlns:mc="http://schemas.openxmlformats.org/markup-compatibility/2006">
        <p:nvGraphicFramePr>
          <p:cNvPr id="50" name="Worksheet"/>
          <p:cNvGraphicFramePr/>
          <p:nvPr/>
        </p:nvGraphicFramePr>
        <p:xfrm>
          <a:off x="914400" y="914400"/>
          <a:ext cx="1828800" cy="914400"/>
        </p:xfrm>
        <a:graphic>
          <a:graphicData uri="http://schemas.openxmlformats.org/presentationml/2006/ole">
            <p:oleObj name="Worksheet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914400" y="914400"/>
                    <a:ext cx="1828800" cy="9144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gif"/><Relationship Id="rId4" Type="http://schemas.openxmlformats.org/officeDocument/2006/relationships/vmlDrawing" Target="../drawings/vmlDrawing1.v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vmlDrawing" Target="../drawings/vmlDrawing2.v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mc="http://schemas.openxmlformats.org/markup-compatibility/2006">
        <p:nvGraphicFramePr>
          <p:cNvPr id="50" name="Worksheet"/>
          <p:cNvGraphicFramePr/>
          <p:nvPr/>
        </p:nvGraphicFramePr>
        <p:xfrm>
          <a:off x="914400" y="914400"/>
          <a:ext cx="1828800" cy="914400"/>
        </p:xfrm>
        <a:graphic>
          <a:graphicData uri="http://schemas.openxmlformats.org/presentationml/2006/ole">
            <mc:AlternateContent>
              <mc:Choice Requires="v">
                <p:oleObj spid="_x0000_s1025" name="Worksheet" progId="Excel.Sheet.12">
                  <p:embed/>
                </p:oleObj>
              </mc:Choice>
              <mc:Fallback>
                <p:oleObj name="Worksheet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914400"/>
                        <a:ext cx="18288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 xmlns:mc="http://schemas.openxmlformats.org/markup-compatibility/2006">
        <p:nvGraphicFramePr>
          <p:cNvPr id="50" name="Worksheet"/>
          <p:cNvGraphicFramePr/>
          <p:nvPr/>
        </p:nvGraphicFramePr>
        <p:xfrm>
          <a:off x="914400" y="914400"/>
          <a:ext cx="1828800" cy="914400"/>
        </p:xfrm>
        <a:graphic>
          <a:graphicData uri="http://schemas.openxmlformats.org/presentationml/2006/ole">
            <p:oleObj spid="_x0000_s2050" name="Worksheet" progId="Excel.Sheet.8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