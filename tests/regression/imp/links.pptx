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C:/docs/a.pdf" TargetMode="External"/><Relationship Id="rId3" Type="http://schemas.openxmlformats.org/officeDocument/2006/relationships/hyperlink" Target="C:\docs\b.pdf" TargetMode="External"/><Relationship Id="rId4" Type="http://schemas.openxmlformats.org/officeDocument/2006/relationships/hyperlink" Target="\\server\share\c.pdf" TargetMode="External"/><Relationship Id="rId5" Type="http://schemas.openxmlformats.org/officeDocument/2006/relationships/hyperlink" Target="docs/d.pdf" TargetMode="External"/><Relationship Id="rId6" Type="http://schemas.openxmlformats.org/officeDocument/2006/relationships/hyperlink" Target="https://example.com/?a=1&amp;b=2" TargetMode="External"/><Relationship Id="rId7" Type="http://schemas.openxmlformats.org/officeDocument/2006/relationships/hyperlink" Target="javascript:alert(1)" TargetMode="External"/><Relationship Id="rId8" Type="http://schemas.openxmlformats.org/officeDocument/2006/relationships/hyperlink" Target="data:text/html,hi" TargetMode="External"/><Relationship Id="rId9" Type="http://schemas.openxmlformats.org/officeDocument/2006/relationships/hyperlink" Target="vbscript:msgbox(1)" TargetMode="External"/><Relationship Id="rId10" Type="http://schemas.openxmlformats.org/officeDocument/2006/relationships/hyperlink" Target=" javascript:alert(2)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inks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a</a:t>
            </a:r>
            <a:r>
              <a:t> </a:t>
            </a:r>
            <a:r>
              <a:rPr>
                <a:hlinkClick r:id="rId3"/>
              </a:rPr>
              <a:t>b</a:t>
            </a:r>
            <a:r>
              <a:t> </a:t>
            </a:r>
            <a:r>
              <a:rPr>
                <a:hlinkClick r:id="rId4"/>
              </a:rPr>
              <a:t>c</a:t>
            </a:r>
            <a:r>
              <a:t> </a:t>
            </a:r>
            <a:r>
              <a:rPr>
                <a:hlinkClick r:id="rId5"/>
              </a:rPr>
              <a:t>d</a:t>
            </a:r>
            <a:r>
              <a:t> </a:t>
            </a:r>
            <a:r>
              <a:rPr>
                <a:hlinkClick r:id="rId6"/>
              </a:rPr>
              <a:t>web</a:t>
            </a:r>
            <a:r>
              <a:t> </a:t>
            </a:r>
            <a:r>
              <a:rPr>
                <a:hlinkClick r:id="rId7"/>
              </a:rPr>
              <a:t>js</a:t>
            </a:r>
            <a:r>
              <a:t> </a:t>
            </a:r>
            <a:r>
              <a:rPr>
                <a:hlinkClick r:id="rId8"/>
              </a:rPr>
              <a:t>data</a:t>
            </a:r>
            <a:r>
              <a:t> </a:t>
            </a:r>
            <a:r>
              <a:rPr>
                <a:hlinkClick r:id="rId9"/>
              </a:rPr>
              <a:t>vbs</a:t>
            </a:r>
            <a:r>
              <a:t> </a:t>
            </a:r>
            <a:r>
              <a:rPr>
                <a:hlinkClick r:id="rId10"/>
              </a:rPr>
              <a:t>js2</a:t>
            </a:r>
            <a:r>
              <a:t> </a:t>
            </a:r>
          </a:p>
        </p:txBody>
      </p:sp>
      <p:sp>
        <p:nvSpPr>
          <p:cNvPr id="3" name="Obj">
            <a:hlinkClick r:id="rId4"/>
          </p:cNvPr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