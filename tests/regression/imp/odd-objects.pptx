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ln w="47625">
              <a:noFill/>
            </a:ln>
          </c:spPr>
          <c:xVal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keep 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spPr>
          <a:xfrm>
            <a:off x="4000000" y="2000000"/>
            <a:ext cx="1000000" cy="10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keep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000" y="2000000"/>
            <a:ext cx="1000000" cy="1000000"/>
          </a:xfrm>
          <a:prstGeom prst="rect">
            <a:avLst/>
          </a:prstGeom>
          <a:gradFill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keep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/>
        <p:spPr>
          <a:xfrm>
            <a:off x="4000000" y="2000000"/>
            <a:ext cx="1000000" cy="10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keep 4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000000" y="2000000"/>
          <a:ext cx="400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