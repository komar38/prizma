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Sales</c:v>
                </c:pt>
              </c:strCache>
            </c:strRef>
          </c:tx>
          <c:cat>
            <c:multiLvlStrRef>
              <c:f>Sheet1!$A$2:$B$5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Q1</c:v>
                  </c:pt>
                  <c:pt idx="3">
                    <c:v>Q2</c:v>
                  </c:pt>
                </c:lvl>
                <c:lvl>
                  <c:pt idx="0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