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9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1</a:t>
            </a:fld>
            <a:endParaRPr lang="en-US"/>
          </a:p>
        </p:txBody>
      </p:sp>
      <p:sp>
        <p:nvSpPr>
          <p:cNvPr id="91" name="Page"/>
          <p:cNvSpPr txBox="1"/>
          <p:nvPr/>
        </p:nvSpPr>
        <p:spPr>
          <a:xfrm>
            <a:off x="4572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Page </a:t>
            </a:r>
            <a:fld id="{C1FF6DA9-008F-8B48-92A6-B652298478BF}" type="slidenum">
              <a:rPr lang="en-US"/>
              <a:t>1</a:t>
            </a:fld>
          </a:p>
        </p:txBody>
      </p:sp>
      <p:sp>
        <p:nvSpPr>
          <p:cNvPr id="92" name="V1"/>
          <p:cNvSpPr txBox="1"/>
          <p:nvPr/>
        </p:nvSpPr>
        <p:spPr>
          <a:xfrm>
            <a:off x="914400" y="1828800"/>
            <a:ext cx="914400" cy="1828800"/>
          </a:xfrm>
          <a:prstGeom prst="rect">
            <a:avLst/>
          </a:prstGeom>
          <a:noFill/>
        </p:spPr>
        <p:txBody>
          <a:bodyPr wrap="none" vert="vert">
            <a:spAutoFit/>
          </a:bodyPr>
          <a:lstStyle/>
          <a:p>
            <a:r>
              <a:t>Up</a:t>
            </a:r>
          </a:p>
        </p:txBody>
      </p:sp>
      <p:sp>
        <p:nvSpPr>
          <p:cNvPr id="93" name="V2"/>
          <p:cNvSpPr txBox="1"/>
          <p:nvPr/>
        </p:nvSpPr>
        <p:spPr>
          <a:xfrm>
            <a:off x="2286000" y="1828800"/>
            <a:ext cx="914400" cy="1828800"/>
          </a:xfrm>
          <a:prstGeom prst="rect">
            <a:avLst/>
          </a:prstGeom>
          <a:noFill/>
        </p:spPr>
        <p:txBody>
          <a:bodyPr wrap="none" vert="vert270">
            <a:spAutoFit/>
          </a:bodyPr>
          <a:lstStyle/>
          <a:p>
            <a:r>
              <a:t>Up</a:t>
            </a:r>
          </a:p>
        </p:txBody>
      </p:sp>
      <p:sp>
        <p:nvSpPr>
          <p:cNvPr id="94" name="V3"/>
          <p:cNvSpPr/>
          <p:nvPr/>
        </p:nvSpPr>
        <p:spPr>
          <a:xfrm>
            <a:off x="3657600" y="1828800"/>
            <a:ext cx="9144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vert="wordArtVert"/>
          <a:lstStyle/>
          <a:p>
            <a:r>
              <a:t>Up</a:t>
            </a:r>
          </a:p>
        </p:txBody>
      </p:sp>
      <p:sp>
        <p:nvSpPr>
          <p:cNvPr id="95" name="O1"/>
          <p:cNvSpPr txBox="1"/>
          <p:nvPr/>
        </p:nvSpPr>
        <p:spPr>
          <a:xfrm>
            <a:off x="5486400" y="1828800"/>
            <a:ext cx="914400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96" name="O2"/>
          <p:cNvSpPr/>
          <p:nvPr/>
        </p:nvSpPr>
        <p:spPr>
          <a:xfrm>
            <a:off x="5486400" y="3200400"/>
            <a:ext cx="914400" cy="914400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9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