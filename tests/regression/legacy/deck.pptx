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Default Extension="svg" ContentType="image/svg+xml"/>
  <Default Extension="gif" ContentType="image/gif"/>
  <Default Extension="bmp" ContentType="image/bmp"/>
  <Default Extension="mp4" ContentType="video/mp4"/>
  <Default Extension="webm" ContentType="video/webm"/>
  <Default Extension="wav" ContentType="audio/wav"/>
  <Default Extension="mp3" ContentType="audio/mpeg"/>
  <Default Extension="ogg" ContentType="audio/ogg"/>
  <Default Extension="m4a" ContentType="audio/mp4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1">
    <p:present/>
    <p:sldAll/>
    <p:penClr>
      <a:srgbClr val="E5484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customXml" Target="../customXml/item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 flip="none" rotWithShape="1">
          <a:gsLst>
            <a:gs pos="0">
              <a:schemeClr val="bg2"/>
            </a:gs>
            <a:gs pos="58000">
              <a:schemeClr val="bg1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"/>
          <p:cNvSpPr/>
          <p:nvPr/>
        </p:nvSpPr>
        <p:spPr>
          <a:xfrm>
            <a:off x="-3657600" y="-4251960"/>
            <a:ext cx="11582400" cy="11582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34000"/>
                </a:schemeClr>
              </a:gs>
              <a:gs pos="37400">
                <a:schemeClr val="accent1">
                  <a:alpha val="15300"/>
                </a:scheme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Decoration"/>
          <p:cNvSpPr/>
          <p:nvPr/>
        </p:nvSpPr>
        <p:spPr>
          <a:xfrm>
            <a:off x="6339840" y="-4800600"/>
            <a:ext cx="10972800" cy="10972800"/>
          </a:xfrm>
          <a:prstGeom prst="ellipse">
            <a:avLst/>
          </a:prstGeom>
          <a:gradFill flip="none" rotWithShape="1">
            <a:gsLst>
              <a:gs pos="0">
                <a:schemeClr val="accent2">
                  <a:alpha val="30000"/>
                </a:schemeClr>
              </a:gs>
              <a:gs pos="37400">
                <a:schemeClr val="accent2">
                  <a:alpha val="13500"/>
                </a:schemeClr>
              </a:gs>
              <a:gs pos="68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Decoration"/>
          <p:cNvSpPr/>
          <p:nvPr/>
        </p:nvSpPr>
        <p:spPr>
          <a:xfrm>
            <a:off x="8778240" y="3566160"/>
            <a:ext cx="5608320" cy="5608320"/>
          </a:xfrm>
          <a:prstGeom prst="ellipse">
            <a:avLst/>
          </a:prstGeom>
          <a:gradFill flip="none" rotWithShape="1">
            <a:gsLst>
              <a:gs pos="0">
                <a:schemeClr val="accent3">
                  <a:alpha val="12000"/>
                </a:schemeClr>
              </a:gs>
              <a:gs pos="37400">
                <a:schemeClr val="accent3">
                  <a:alpha val="5400"/>
                </a:schemeClr>
              </a:gs>
              <a:gs pos="68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Decoration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0664190" y="4526280"/>
                </a:moveTo>
                <a:cubicBezTo>
                  <a:pt x="10662920" y="4545330"/>
                  <a:pt x="10655300" y="4565650"/>
                  <a:pt x="10646410" y="4584700"/>
                </a:cubicBezTo>
                <a:cubicBezTo>
                  <a:pt x="10638790" y="4602480"/>
                  <a:pt x="10624820" y="4620260"/>
                  <a:pt x="10613390" y="4636770"/>
                </a:cubicBezTo>
                <a:cubicBezTo>
                  <a:pt x="10601960" y="4654550"/>
                  <a:pt x="10587990" y="4669790"/>
                  <a:pt x="10575290" y="4687570"/>
                </a:cubicBezTo>
                <a:cubicBezTo>
                  <a:pt x="10562590" y="4704080"/>
                  <a:pt x="10551160" y="4721860"/>
                  <a:pt x="10537190" y="4739640"/>
                </a:cubicBezTo>
                <a:cubicBezTo>
                  <a:pt x="10523220" y="4757420"/>
                  <a:pt x="10509250" y="4776470"/>
                  <a:pt x="10490200" y="4794250"/>
                </a:cubicBezTo>
                <a:cubicBezTo>
                  <a:pt x="10471150" y="4812030"/>
                  <a:pt x="10449560" y="4829810"/>
                  <a:pt x="10424160" y="4843780"/>
                </a:cubicBezTo>
                <a:cubicBezTo>
                  <a:pt x="10398760" y="4857750"/>
                  <a:pt x="10368280" y="4870450"/>
                  <a:pt x="10337800" y="4878070"/>
                </a:cubicBezTo>
                <a:cubicBezTo>
                  <a:pt x="10307320" y="4885690"/>
                  <a:pt x="10273030" y="4888230"/>
                  <a:pt x="10241280" y="4888230"/>
                </a:cubicBezTo>
                <a:cubicBezTo>
                  <a:pt x="10209530" y="4888230"/>
                  <a:pt x="10175240" y="4883150"/>
                  <a:pt x="10144760" y="4876800"/>
                </a:cubicBezTo>
                <a:cubicBezTo>
                  <a:pt x="10113010" y="4870450"/>
                  <a:pt x="10083800" y="4860290"/>
                  <a:pt x="10055860" y="4848860"/>
                </a:cubicBezTo>
                <a:cubicBezTo>
                  <a:pt x="10027920" y="4837430"/>
                  <a:pt x="10002520" y="4823460"/>
                  <a:pt x="9979660" y="4808220"/>
                </a:cubicBezTo>
                <a:cubicBezTo>
                  <a:pt x="9956800" y="4792980"/>
                  <a:pt x="9936480" y="4775200"/>
                  <a:pt x="9921240" y="4756150"/>
                </a:cubicBezTo>
                <a:cubicBezTo>
                  <a:pt x="9906000" y="4738370"/>
                  <a:pt x="9893300" y="4718050"/>
                  <a:pt x="9885680" y="4697730"/>
                </a:cubicBezTo>
                <a:cubicBezTo>
                  <a:pt x="9878060" y="4677410"/>
                  <a:pt x="9875520" y="4655820"/>
                  <a:pt x="9872980" y="4635500"/>
                </a:cubicBezTo>
                <a:cubicBezTo>
                  <a:pt x="9871710" y="4616450"/>
                  <a:pt x="9874250" y="4597400"/>
                  <a:pt x="9875520" y="4578350"/>
                </a:cubicBezTo>
                <a:cubicBezTo>
                  <a:pt x="9876790" y="4560570"/>
                  <a:pt x="9878060" y="4544060"/>
                  <a:pt x="9879330" y="4526280"/>
                </a:cubicBezTo>
                <a:cubicBezTo>
                  <a:pt x="9879330" y="4508500"/>
                  <a:pt x="9879330" y="4491990"/>
                  <a:pt x="9879330" y="4474210"/>
                </a:cubicBezTo>
                <a:cubicBezTo>
                  <a:pt x="9880600" y="4456430"/>
                  <a:pt x="9879330" y="4438650"/>
                  <a:pt x="9884410" y="4419600"/>
                </a:cubicBezTo>
                <a:cubicBezTo>
                  <a:pt x="9888220" y="4401820"/>
                  <a:pt x="9894570" y="4381500"/>
                  <a:pt x="9904730" y="4364990"/>
                </a:cubicBezTo>
                <a:cubicBezTo>
                  <a:pt x="9916160" y="4347210"/>
                  <a:pt x="9931400" y="4330700"/>
                  <a:pt x="9949180" y="4316730"/>
                </a:cubicBezTo>
                <a:cubicBezTo>
                  <a:pt x="9966960" y="4302760"/>
                  <a:pt x="9989820" y="4290060"/>
                  <a:pt x="10012680" y="4279900"/>
                </a:cubicBezTo>
                <a:cubicBezTo>
                  <a:pt x="10035540" y="4269740"/>
                  <a:pt x="10060940" y="4262120"/>
                  <a:pt x="10085070" y="4254500"/>
                </a:cubicBezTo>
                <a:cubicBezTo>
                  <a:pt x="10110470" y="4248150"/>
                  <a:pt x="10135870" y="4241800"/>
                  <a:pt x="10161270" y="4236720"/>
                </a:cubicBezTo>
                <a:cubicBezTo>
                  <a:pt x="10187940" y="4231640"/>
                  <a:pt x="10214610" y="4227830"/>
                  <a:pt x="10241280" y="4225290"/>
                </a:cubicBezTo>
                <a:cubicBezTo>
                  <a:pt x="10267950" y="4222750"/>
                  <a:pt x="10297160" y="4221480"/>
                  <a:pt x="10325100" y="4224020"/>
                </a:cubicBezTo>
                <a:cubicBezTo>
                  <a:pt x="10353040" y="4226560"/>
                  <a:pt x="10380980" y="4230370"/>
                  <a:pt x="10406380" y="4237990"/>
                </a:cubicBezTo>
                <a:cubicBezTo>
                  <a:pt x="10433050" y="4245610"/>
                  <a:pt x="10457180" y="4257040"/>
                  <a:pt x="10480040" y="4269740"/>
                </a:cubicBezTo>
                <a:cubicBezTo>
                  <a:pt x="10501630" y="4281170"/>
                  <a:pt x="10521950" y="4296410"/>
                  <a:pt x="10541000" y="4310380"/>
                </a:cubicBezTo>
                <a:cubicBezTo>
                  <a:pt x="10558780" y="4325620"/>
                  <a:pt x="10575290" y="4342130"/>
                  <a:pt x="10590530" y="4358640"/>
                </a:cubicBezTo>
                <a:cubicBezTo>
                  <a:pt x="10605770" y="4375150"/>
                  <a:pt x="10621010" y="4391660"/>
                  <a:pt x="10632440" y="4409440"/>
                </a:cubicBezTo>
                <a:cubicBezTo>
                  <a:pt x="10643870" y="4427220"/>
                  <a:pt x="10654030" y="4447540"/>
                  <a:pt x="10659110" y="4466590"/>
                </a:cubicBezTo>
                <a:cubicBezTo>
                  <a:pt x="10664190" y="4485640"/>
                  <a:pt x="10666730" y="4507230"/>
                  <a:pt x="10664190" y="4526280"/>
                </a:cubicBezTo>
                <a:close/>
                <a:moveTo>
                  <a:pt x="10972800" y="4526280"/>
                </a:moveTo>
                <a:cubicBezTo>
                  <a:pt x="10968990" y="4560570"/>
                  <a:pt x="10953750" y="4593590"/>
                  <a:pt x="10939780" y="4626610"/>
                </a:cubicBezTo>
                <a:cubicBezTo>
                  <a:pt x="10925810" y="4658360"/>
                  <a:pt x="10905490" y="4687570"/>
                  <a:pt x="10886440" y="4719320"/>
                </a:cubicBezTo>
                <a:cubicBezTo>
                  <a:pt x="10868660" y="4749800"/>
                  <a:pt x="10850880" y="4779010"/>
                  <a:pt x="10830560" y="4809490"/>
                </a:cubicBezTo>
                <a:cubicBezTo>
                  <a:pt x="10811510" y="4841240"/>
                  <a:pt x="10793730" y="4874260"/>
                  <a:pt x="10769600" y="4907280"/>
                </a:cubicBezTo>
                <a:cubicBezTo>
                  <a:pt x="10746740" y="4940300"/>
                  <a:pt x="10721340" y="4975860"/>
                  <a:pt x="10687050" y="5006340"/>
                </a:cubicBezTo>
                <a:cubicBezTo>
                  <a:pt x="10652760" y="5036820"/>
                  <a:pt x="10612120" y="5068570"/>
                  <a:pt x="10566400" y="5091430"/>
                </a:cubicBezTo>
                <a:cubicBezTo>
                  <a:pt x="10520680" y="5114290"/>
                  <a:pt x="10466070" y="5133340"/>
                  <a:pt x="10411460" y="5143500"/>
                </a:cubicBezTo>
                <a:cubicBezTo>
                  <a:pt x="10358120" y="5154930"/>
                  <a:pt x="10297160" y="5157470"/>
                  <a:pt x="10241280" y="5154930"/>
                </a:cubicBezTo>
                <a:cubicBezTo>
                  <a:pt x="10185400" y="5153660"/>
                  <a:pt x="10126980" y="5143500"/>
                  <a:pt x="10073640" y="5132070"/>
                </a:cubicBezTo>
                <a:cubicBezTo>
                  <a:pt x="10020300" y="5119370"/>
                  <a:pt x="9968230" y="5101590"/>
                  <a:pt x="9921240" y="5082540"/>
                </a:cubicBezTo>
                <a:cubicBezTo>
                  <a:pt x="9874250" y="5062220"/>
                  <a:pt x="9829800" y="5038090"/>
                  <a:pt x="9791700" y="5010150"/>
                </a:cubicBezTo>
                <a:cubicBezTo>
                  <a:pt x="9753600" y="4983480"/>
                  <a:pt x="9720580" y="4951730"/>
                  <a:pt x="9695180" y="4919980"/>
                </a:cubicBezTo>
                <a:cubicBezTo>
                  <a:pt x="9669780" y="4886960"/>
                  <a:pt x="9652000" y="4850130"/>
                  <a:pt x="9639300" y="4815840"/>
                </a:cubicBezTo>
                <a:cubicBezTo>
                  <a:pt x="9625330" y="4781550"/>
                  <a:pt x="9622790" y="4745990"/>
                  <a:pt x="9618980" y="4711700"/>
                </a:cubicBezTo>
                <a:cubicBezTo>
                  <a:pt x="9613900" y="4678680"/>
                  <a:pt x="9616440" y="4646930"/>
                  <a:pt x="9615170" y="4616450"/>
                </a:cubicBezTo>
                <a:cubicBezTo>
                  <a:pt x="9612630" y="4584700"/>
                  <a:pt x="9611360" y="4556760"/>
                  <a:pt x="9608820" y="4526280"/>
                </a:cubicBezTo>
                <a:cubicBezTo>
                  <a:pt x="9606280" y="4495800"/>
                  <a:pt x="9599930" y="4466590"/>
                  <a:pt x="9599930" y="4434840"/>
                </a:cubicBezTo>
                <a:cubicBezTo>
                  <a:pt x="9599930" y="4403090"/>
                  <a:pt x="9597390" y="4368800"/>
                  <a:pt x="9606280" y="4337050"/>
                </a:cubicBezTo>
                <a:cubicBezTo>
                  <a:pt x="9613900" y="4304030"/>
                  <a:pt x="9627870" y="4271010"/>
                  <a:pt x="9648190" y="4240530"/>
                </a:cubicBezTo>
                <a:cubicBezTo>
                  <a:pt x="9669780" y="4211320"/>
                  <a:pt x="9700260" y="4183380"/>
                  <a:pt x="9732010" y="4160520"/>
                </a:cubicBezTo>
                <a:cubicBezTo>
                  <a:pt x="9765030" y="4136390"/>
                  <a:pt x="9805670" y="4116070"/>
                  <a:pt x="9845040" y="4098290"/>
                </a:cubicBezTo>
                <a:cubicBezTo>
                  <a:pt x="9884410" y="4081780"/>
                  <a:pt x="9926320" y="4066540"/>
                  <a:pt x="9969500" y="4053840"/>
                </a:cubicBezTo>
                <a:cubicBezTo>
                  <a:pt x="10012680" y="4039870"/>
                  <a:pt x="10055860" y="4028440"/>
                  <a:pt x="10101580" y="4018280"/>
                </a:cubicBezTo>
                <a:cubicBezTo>
                  <a:pt x="10146030" y="4008120"/>
                  <a:pt x="10193020" y="3999230"/>
                  <a:pt x="10241280" y="3995420"/>
                </a:cubicBezTo>
                <a:cubicBezTo>
                  <a:pt x="10289540" y="3991610"/>
                  <a:pt x="10340340" y="3990340"/>
                  <a:pt x="10387330" y="3995420"/>
                </a:cubicBezTo>
                <a:cubicBezTo>
                  <a:pt x="10435590" y="4000500"/>
                  <a:pt x="10485120" y="4010660"/>
                  <a:pt x="10529570" y="4025900"/>
                </a:cubicBezTo>
                <a:cubicBezTo>
                  <a:pt x="10574020" y="4039870"/>
                  <a:pt x="10615930" y="4060190"/>
                  <a:pt x="10655300" y="4080510"/>
                </a:cubicBezTo>
                <a:cubicBezTo>
                  <a:pt x="10693400" y="4102100"/>
                  <a:pt x="10727690" y="4127500"/>
                  <a:pt x="10760710" y="4151630"/>
                </a:cubicBezTo>
                <a:cubicBezTo>
                  <a:pt x="10793730" y="4177030"/>
                  <a:pt x="10824210" y="4203700"/>
                  <a:pt x="10852150" y="4232910"/>
                </a:cubicBezTo>
                <a:cubicBezTo>
                  <a:pt x="10878820" y="4260850"/>
                  <a:pt x="10905490" y="4291330"/>
                  <a:pt x="10924540" y="4321810"/>
                </a:cubicBezTo>
                <a:cubicBezTo>
                  <a:pt x="10944860" y="4353560"/>
                  <a:pt x="10961370" y="4387850"/>
                  <a:pt x="10968990" y="4422140"/>
                </a:cubicBezTo>
                <a:cubicBezTo>
                  <a:pt x="10977880" y="4456430"/>
                  <a:pt x="10977880" y="4491990"/>
                  <a:pt x="10972800" y="4526280"/>
                </a:cubicBezTo>
                <a:close/>
                <a:moveTo>
                  <a:pt x="11273790" y="4526280"/>
                </a:moveTo>
                <a:cubicBezTo>
                  <a:pt x="11266170" y="4574540"/>
                  <a:pt x="11245850" y="4621530"/>
                  <a:pt x="11226800" y="4667250"/>
                </a:cubicBezTo>
                <a:cubicBezTo>
                  <a:pt x="11209020" y="4712970"/>
                  <a:pt x="11184890" y="4756150"/>
                  <a:pt x="11163300" y="4800600"/>
                </a:cubicBezTo>
                <a:cubicBezTo>
                  <a:pt x="11141710" y="4846320"/>
                  <a:pt x="11121390" y="4890770"/>
                  <a:pt x="11097260" y="4937760"/>
                </a:cubicBezTo>
                <a:cubicBezTo>
                  <a:pt x="11073130" y="4986020"/>
                  <a:pt x="11051540" y="5036820"/>
                  <a:pt x="11017250" y="5085080"/>
                </a:cubicBezTo>
                <a:cubicBezTo>
                  <a:pt x="10982960" y="5133340"/>
                  <a:pt x="10944860" y="5186680"/>
                  <a:pt x="10894060" y="5229860"/>
                </a:cubicBezTo>
                <a:cubicBezTo>
                  <a:pt x="10843260" y="5273040"/>
                  <a:pt x="10781030" y="5314950"/>
                  <a:pt x="10712450" y="5345430"/>
                </a:cubicBezTo>
                <a:cubicBezTo>
                  <a:pt x="10643870" y="5374640"/>
                  <a:pt x="10563860" y="5397500"/>
                  <a:pt x="10485120" y="5408930"/>
                </a:cubicBezTo>
                <a:cubicBezTo>
                  <a:pt x="10406380" y="5421630"/>
                  <a:pt x="10321290" y="5422900"/>
                  <a:pt x="10241280" y="5417820"/>
                </a:cubicBezTo>
                <a:cubicBezTo>
                  <a:pt x="10161270" y="5412740"/>
                  <a:pt x="10079990" y="5398770"/>
                  <a:pt x="10005060" y="5380990"/>
                </a:cubicBezTo>
                <a:cubicBezTo>
                  <a:pt x="9930130" y="5363210"/>
                  <a:pt x="9856470" y="5339080"/>
                  <a:pt x="9790430" y="5309870"/>
                </a:cubicBezTo>
                <a:cubicBezTo>
                  <a:pt x="9725660" y="5279390"/>
                  <a:pt x="9662160" y="5245100"/>
                  <a:pt x="9611360" y="5205730"/>
                </a:cubicBezTo>
                <a:cubicBezTo>
                  <a:pt x="9559290" y="5166360"/>
                  <a:pt x="9514840" y="5120640"/>
                  <a:pt x="9480550" y="5073650"/>
                </a:cubicBezTo>
                <a:cubicBezTo>
                  <a:pt x="9446260" y="5027930"/>
                  <a:pt x="9424670" y="4975860"/>
                  <a:pt x="9406890" y="4927600"/>
                </a:cubicBezTo>
                <a:cubicBezTo>
                  <a:pt x="9389110" y="4879340"/>
                  <a:pt x="9384030" y="4829810"/>
                  <a:pt x="9375140" y="4784090"/>
                </a:cubicBezTo>
                <a:cubicBezTo>
                  <a:pt x="9367520" y="4738370"/>
                  <a:pt x="9364980" y="4696460"/>
                  <a:pt x="9357360" y="4653280"/>
                </a:cubicBezTo>
                <a:cubicBezTo>
                  <a:pt x="9349740" y="4610100"/>
                  <a:pt x="9339580" y="4569460"/>
                  <a:pt x="9330690" y="4526280"/>
                </a:cubicBezTo>
                <a:cubicBezTo>
                  <a:pt x="9323070" y="4483100"/>
                  <a:pt x="9309100" y="4438650"/>
                  <a:pt x="9307830" y="4392930"/>
                </a:cubicBezTo>
                <a:cubicBezTo>
                  <a:pt x="9305290" y="4347210"/>
                  <a:pt x="9305290" y="4297680"/>
                  <a:pt x="9319260" y="4250690"/>
                </a:cubicBezTo>
                <a:cubicBezTo>
                  <a:pt x="9333230" y="4204970"/>
                  <a:pt x="9357360" y="4157980"/>
                  <a:pt x="9390380" y="4117340"/>
                </a:cubicBezTo>
                <a:cubicBezTo>
                  <a:pt x="9423400" y="4075430"/>
                  <a:pt x="9469120" y="4037330"/>
                  <a:pt x="9517380" y="4004310"/>
                </a:cubicBezTo>
                <a:cubicBezTo>
                  <a:pt x="9565640" y="3971290"/>
                  <a:pt x="9621520" y="3944620"/>
                  <a:pt x="9677400" y="3919220"/>
                </a:cubicBezTo>
                <a:cubicBezTo>
                  <a:pt x="9733280" y="3892550"/>
                  <a:pt x="9791700" y="3870960"/>
                  <a:pt x="9852660" y="3850640"/>
                </a:cubicBezTo>
                <a:cubicBezTo>
                  <a:pt x="9912350" y="3830320"/>
                  <a:pt x="9974580" y="3810000"/>
                  <a:pt x="10039350" y="3794760"/>
                </a:cubicBezTo>
                <a:cubicBezTo>
                  <a:pt x="10104120" y="3780790"/>
                  <a:pt x="10172700" y="3766820"/>
                  <a:pt x="10241280" y="3763010"/>
                </a:cubicBezTo>
                <a:cubicBezTo>
                  <a:pt x="10309860" y="3757930"/>
                  <a:pt x="10382250" y="3757930"/>
                  <a:pt x="10450830" y="3766820"/>
                </a:cubicBezTo>
                <a:cubicBezTo>
                  <a:pt x="10519410" y="3775710"/>
                  <a:pt x="10587990" y="3793490"/>
                  <a:pt x="10650220" y="3815080"/>
                </a:cubicBezTo>
                <a:cubicBezTo>
                  <a:pt x="10713720" y="3835400"/>
                  <a:pt x="10772140" y="3864610"/>
                  <a:pt x="10826750" y="3895090"/>
                </a:cubicBezTo>
                <a:cubicBezTo>
                  <a:pt x="10882630" y="3924300"/>
                  <a:pt x="10933430" y="3958590"/>
                  <a:pt x="10980420" y="3994150"/>
                </a:cubicBezTo>
                <a:cubicBezTo>
                  <a:pt x="11028680" y="4029710"/>
                  <a:pt x="11074400" y="4066540"/>
                  <a:pt x="11113770" y="4105910"/>
                </a:cubicBezTo>
                <a:cubicBezTo>
                  <a:pt x="11154410" y="4146550"/>
                  <a:pt x="11192510" y="4189730"/>
                  <a:pt x="11219180" y="4234180"/>
                </a:cubicBezTo>
                <a:cubicBezTo>
                  <a:pt x="11245850" y="4279900"/>
                  <a:pt x="11267440" y="4329430"/>
                  <a:pt x="11276330" y="4377690"/>
                </a:cubicBezTo>
                <a:cubicBezTo>
                  <a:pt x="11285220" y="4427220"/>
                  <a:pt x="11282680" y="4478020"/>
                  <a:pt x="11273790" y="4526280"/>
                </a:cubicBezTo>
                <a:close/>
                <a:moveTo>
                  <a:pt x="11567160" y="4526280"/>
                </a:moveTo>
                <a:cubicBezTo>
                  <a:pt x="11557000" y="4588510"/>
                  <a:pt x="11532870" y="4648200"/>
                  <a:pt x="11512550" y="4707890"/>
                </a:cubicBezTo>
                <a:cubicBezTo>
                  <a:pt x="11492230" y="4768850"/>
                  <a:pt x="11469370" y="4824730"/>
                  <a:pt x="11447780" y="4885690"/>
                </a:cubicBezTo>
                <a:cubicBezTo>
                  <a:pt x="11426190" y="4946650"/>
                  <a:pt x="11407140" y="5008880"/>
                  <a:pt x="11379200" y="5073650"/>
                </a:cubicBezTo>
                <a:cubicBezTo>
                  <a:pt x="11351260" y="5138420"/>
                  <a:pt x="11323320" y="5208270"/>
                  <a:pt x="11278870" y="5273040"/>
                </a:cubicBezTo>
                <a:cubicBezTo>
                  <a:pt x="11233150" y="5337810"/>
                  <a:pt x="11178540" y="5406390"/>
                  <a:pt x="11108690" y="5461000"/>
                </a:cubicBezTo>
                <a:cubicBezTo>
                  <a:pt x="11038840" y="5515610"/>
                  <a:pt x="10951210" y="5565140"/>
                  <a:pt x="10859770" y="5600700"/>
                </a:cubicBezTo>
                <a:cubicBezTo>
                  <a:pt x="10767060" y="5636260"/>
                  <a:pt x="10660380" y="5659120"/>
                  <a:pt x="10557510" y="5671820"/>
                </a:cubicBezTo>
                <a:cubicBezTo>
                  <a:pt x="10454640" y="5683250"/>
                  <a:pt x="10344150" y="5681980"/>
                  <a:pt x="10241280" y="5674360"/>
                </a:cubicBezTo>
                <a:cubicBezTo>
                  <a:pt x="10138410" y="5666740"/>
                  <a:pt x="10034270" y="5648960"/>
                  <a:pt x="9937750" y="5624830"/>
                </a:cubicBezTo>
                <a:cubicBezTo>
                  <a:pt x="9841230" y="5600700"/>
                  <a:pt x="9747250" y="5568950"/>
                  <a:pt x="9663430" y="5529580"/>
                </a:cubicBezTo>
                <a:cubicBezTo>
                  <a:pt x="9580880" y="5490210"/>
                  <a:pt x="9502140" y="5443220"/>
                  <a:pt x="9438640" y="5391150"/>
                </a:cubicBezTo>
                <a:cubicBezTo>
                  <a:pt x="9373870" y="5340350"/>
                  <a:pt x="9320530" y="5278120"/>
                  <a:pt x="9279890" y="5218430"/>
                </a:cubicBezTo>
                <a:cubicBezTo>
                  <a:pt x="9237980" y="5158740"/>
                  <a:pt x="9212580" y="5092700"/>
                  <a:pt x="9189720" y="5033010"/>
                </a:cubicBezTo>
                <a:cubicBezTo>
                  <a:pt x="9165590" y="4972050"/>
                  <a:pt x="9155430" y="4911090"/>
                  <a:pt x="9140190" y="4855210"/>
                </a:cubicBezTo>
                <a:cubicBezTo>
                  <a:pt x="9124950" y="4798060"/>
                  <a:pt x="9110980" y="4744720"/>
                  <a:pt x="9094470" y="4690110"/>
                </a:cubicBezTo>
                <a:cubicBezTo>
                  <a:pt x="9077960" y="4635500"/>
                  <a:pt x="9055100" y="4583430"/>
                  <a:pt x="9039860" y="4526280"/>
                </a:cubicBezTo>
                <a:cubicBezTo>
                  <a:pt x="9024620" y="4469130"/>
                  <a:pt x="9005570" y="4409440"/>
                  <a:pt x="9003030" y="4348480"/>
                </a:cubicBezTo>
                <a:cubicBezTo>
                  <a:pt x="9000490" y="4288790"/>
                  <a:pt x="9005570" y="4224020"/>
                  <a:pt x="9027160" y="4164330"/>
                </a:cubicBezTo>
                <a:cubicBezTo>
                  <a:pt x="9048750" y="4104640"/>
                  <a:pt x="9086850" y="4044950"/>
                  <a:pt x="9132570" y="3992880"/>
                </a:cubicBezTo>
                <a:cubicBezTo>
                  <a:pt x="9179560" y="3940810"/>
                  <a:pt x="9241790" y="3893820"/>
                  <a:pt x="9304020" y="3851910"/>
                </a:cubicBezTo>
                <a:cubicBezTo>
                  <a:pt x="9367520" y="3808730"/>
                  <a:pt x="9438640" y="3773170"/>
                  <a:pt x="9509760" y="3738880"/>
                </a:cubicBezTo>
                <a:cubicBezTo>
                  <a:pt x="9582150" y="3703320"/>
                  <a:pt x="9655810" y="3671570"/>
                  <a:pt x="9733280" y="3643630"/>
                </a:cubicBezTo>
                <a:cubicBezTo>
                  <a:pt x="9810750" y="3614420"/>
                  <a:pt x="9892030" y="3586480"/>
                  <a:pt x="9975850" y="3567430"/>
                </a:cubicBezTo>
                <a:cubicBezTo>
                  <a:pt x="10060940" y="3547110"/>
                  <a:pt x="10151110" y="3530600"/>
                  <a:pt x="10241280" y="3526790"/>
                </a:cubicBezTo>
                <a:cubicBezTo>
                  <a:pt x="10331450" y="3521710"/>
                  <a:pt x="10425430" y="3526790"/>
                  <a:pt x="10514330" y="3539490"/>
                </a:cubicBezTo>
                <a:cubicBezTo>
                  <a:pt x="10601960" y="3553460"/>
                  <a:pt x="10689590" y="3578860"/>
                  <a:pt x="10770870" y="3606800"/>
                </a:cubicBezTo>
                <a:cubicBezTo>
                  <a:pt x="10850880" y="3634740"/>
                  <a:pt x="10927080" y="3671570"/>
                  <a:pt x="10998200" y="3709670"/>
                </a:cubicBezTo>
                <a:cubicBezTo>
                  <a:pt x="11070590" y="3747770"/>
                  <a:pt x="11137900" y="3789680"/>
                  <a:pt x="11201400" y="3834130"/>
                </a:cubicBezTo>
                <a:cubicBezTo>
                  <a:pt x="11264900" y="3879850"/>
                  <a:pt x="11327130" y="3926840"/>
                  <a:pt x="11379200" y="3978910"/>
                </a:cubicBezTo>
                <a:cubicBezTo>
                  <a:pt x="11431270" y="4030980"/>
                  <a:pt x="11479530" y="4088130"/>
                  <a:pt x="11512550" y="4146550"/>
                </a:cubicBezTo>
                <a:cubicBezTo>
                  <a:pt x="11545570" y="4206240"/>
                  <a:pt x="11567160" y="4272280"/>
                  <a:pt x="11577320" y="4334510"/>
                </a:cubicBezTo>
                <a:cubicBezTo>
                  <a:pt x="11586210" y="4398010"/>
                  <a:pt x="11578590" y="4464050"/>
                  <a:pt x="11567160" y="4526280"/>
                </a:cubicBezTo>
                <a:close/>
                <a:moveTo>
                  <a:pt x="11854180" y="4526280"/>
                </a:moveTo>
                <a:cubicBezTo>
                  <a:pt x="11842750" y="4602480"/>
                  <a:pt x="11819890" y="4674870"/>
                  <a:pt x="11802110" y="4749800"/>
                </a:cubicBezTo>
                <a:cubicBezTo>
                  <a:pt x="11784330" y="4824730"/>
                  <a:pt x="11767820" y="4897120"/>
                  <a:pt x="11747500" y="4975860"/>
                </a:cubicBezTo>
                <a:cubicBezTo>
                  <a:pt x="11727180" y="5053330"/>
                  <a:pt x="11711940" y="5135880"/>
                  <a:pt x="11680190" y="5218430"/>
                </a:cubicBezTo>
                <a:cubicBezTo>
                  <a:pt x="11647170" y="5300980"/>
                  <a:pt x="11611610" y="5391150"/>
                  <a:pt x="11553190" y="5471160"/>
                </a:cubicBezTo>
                <a:cubicBezTo>
                  <a:pt x="11494770" y="5549900"/>
                  <a:pt x="11418570" y="5632450"/>
                  <a:pt x="11327130" y="5695950"/>
                </a:cubicBezTo>
                <a:cubicBezTo>
                  <a:pt x="11235690" y="5760720"/>
                  <a:pt x="11121390" y="5815330"/>
                  <a:pt x="11005820" y="5854700"/>
                </a:cubicBezTo>
                <a:cubicBezTo>
                  <a:pt x="10888980" y="5892800"/>
                  <a:pt x="10755630" y="5915660"/>
                  <a:pt x="10628630" y="5928360"/>
                </a:cubicBezTo>
                <a:cubicBezTo>
                  <a:pt x="10501630" y="5939790"/>
                  <a:pt x="10367010" y="5935980"/>
                  <a:pt x="10241280" y="5925820"/>
                </a:cubicBezTo>
                <a:cubicBezTo>
                  <a:pt x="10115550" y="5914390"/>
                  <a:pt x="9988550" y="5892800"/>
                  <a:pt x="9871710" y="5862320"/>
                </a:cubicBezTo>
                <a:cubicBezTo>
                  <a:pt x="9756140" y="5830570"/>
                  <a:pt x="9641840" y="5791200"/>
                  <a:pt x="9541510" y="5741670"/>
                </a:cubicBezTo>
                <a:cubicBezTo>
                  <a:pt x="9442450" y="5692140"/>
                  <a:pt x="9351010" y="5631180"/>
                  <a:pt x="9276080" y="5566410"/>
                </a:cubicBezTo>
                <a:cubicBezTo>
                  <a:pt x="9201150" y="5501640"/>
                  <a:pt x="9141460" y="5426710"/>
                  <a:pt x="9091930" y="5353050"/>
                </a:cubicBezTo>
                <a:cubicBezTo>
                  <a:pt x="9043670" y="5280660"/>
                  <a:pt x="9013190" y="5203190"/>
                  <a:pt x="8982710" y="5132070"/>
                </a:cubicBezTo>
                <a:cubicBezTo>
                  <a:pt x="8950960" y="5060950"/>
                  <a:pt x="8931910" y="4992370"/>
                  <a:pt x="8905240" y="4925060"/>
                </a:cubicBezTo>
                <a:cubicBezTo>
                  <a:pt x="8878570" y="4857750"/>
                  <a:pt x="8850630" y="4795520"/>
                  <a:pt x="8821420" y="4729480"/>
                </a:cubicBezTo>
                <a:cubicBezTo>
                  <a:pt x="8793480" y="4663440"/>
                  <a:pt x="8756650" y="4597400"/>
                  <a:pt x="8735060" y="4526280"/>
                </a:cubicBezTo>
                <a:cubicBezTo>
                  <a:pt x="8712200" y="4455160"/>
                  <a:pt x="8689340" y="4378960"/>
                  <a:pt x="8689340" y="4304030"/>
                </a:cubicBezTo>
                <a:cubicBezTo>
                  <a:pt x="8689340" y="4229100"/>
                  <a:pt x="8702040" y="4149090"/>
                  <a:pt x="8733790" y="4076700"/>
                </a:cubicBezTo>
                <a:cubicBezTo>
                  <a:pt x="8765540" y="4004310"/>
                  <a:pt x="8818880" y="3933190"/>
                  <a:pt x="8878570" y="3870960"/>
                </a:cubicBezTo>
                <a:cubicBezTo>
                  <a:pt x="8939530" y="3808730"/>
                  <a:pt x="9015730" y="3752850"/>
                  <a:pt x="9093200" y="3699510"/>
                </a:cubicBezTo>
                <a:cubicBezTo>
                  <a:pt x="9170670" y="3647440"/>
                  <a:pt x="9254490" y="3600450"/>
                  <a:pt x="9340850" y="3556000"/>
                </a:cubicBezTo>
                <a:cubicBezTo>
                  <a:pt x="9427210" y="3511550"/>
                  <a:pt x="9516110" y="3468370"/>
                  <a:pt x="9611360" y="3430270"/>
                </a:cubicBezTo>
                <a:cubicBezTo>
                  <a:pt x="9706610" y="3393440"/>
                  <a:pt x="9806940" y="3357880"/>
                  <a:pt x="9912350" y="3333750"/>
                </a:cubicBezTo>
                <a:cubicBezTo>
                  <a:pt x="10016490" y="3310890"/>
                  <a:pt x="10130790" y="3294380"/>
                  <a:pt x="10241280" y="3290570"/>
                </a:cubicBezTo>
                <a:cubicBezTo>
                  <a:pt x="10351770" y="3288030"/>
                  <a:pt x="10467340" y="3298190"/>
                  <a:pt x="10575290" y="3315970"/>
                </a:cubicBezTo>
                <a:cubicBezTo>
                  <a:pt x="10683240" y="3335020"/>
                  <a:pt x="10788650" y="3366770"/>
                  <a:pt x="10887710" y="3402330"/>
                </a:cubicBezTo>
                <a:cubicBezTo>
                  <a:pt x="10986770" y="3436620"/>
                  <a:pt x="11080750" y="3479800"/>
                  <a:pt x="11169650" y="3525520"/>
                </a:cubicBezTo>
                <a:cubicBezTo>
                  <a:pt x="11259820" y="3571240"/>
                  <a:pt x="11346180" y="3619500"/>
                  <a:pt x="11426190" y="3674110"/>
                </a:cubicBezTo>
                <a:cubicBezTo>
                  <a:pt x="11504930" y="3727450"/>
                  <a:pt x="11583670" y="3785870"/>
                  <a:pt x="11645900" y="3850640"/>
                </a:cubicBezTo>
                <a:cubicBezTo>
                  <a:pt x="11709400" y="3915410"/>
                  <a:pt x="11765280" y="3986530"/>
                  <a:pt x="11802110" y="4060190"/>
                </a:cubicBezTo>
                <a:cubicBezTo>
                  <a:pt x="11838940" y="4135120"/>
                  <a:pt x="11859260" y="4215130"/>
                  <a:pt x="11868150" y="4293870"/>
                </a:cubicBezTo>
                <a:cubicBezTo>
                  <a:pt x="11877040" y="4371340"/>
                  <a:pt x="11865610" y="4450080"/>
                  <a:pt x="11854180" y="4526280"/>
                </a:cubicBezTo>
                <a:close/>
                <a:moveTo>
                  <a:pt x="12138660" y="4526280"/>
                </a:moveTo>
                <a:cubicBezTo>
                  <a:pt x="12131040" y="4616450"/>
                  <a:pt x="12114530" y="4701540"/>
                  <a:pt x="12103100" y="4792980"/>
                </a:cubicBezTo>
                <a:cubicBezTo>
                  <a:pt x="12091670" y="4883150"/>
                  <a:pt x="12085320" y="4974590"/>
                  <a:pt x="12067540" y="5071110"/>
                </a:cubicBezTo>
                <a:cubicBezTo>
                  <a:pt x="12049760" y="5167630"/>
                  <a:pt x="12038330" y="5271770"/>
                  <a:pt x="11998960" y="5372100"/>
                </a:cubicBezTo>
                <a:cubicBezTo>
                  <a:pt x="11960860" y="5472430"/>
                  <a:pt x="11912600" y="5581650"/>
                  <a:pt x="11836400" y="5675630"/>
                </a:cubicBezTo>
                <a:cubicBezTo>
                  <a:pt x="11761470" y="5768340"/>
                  <a:pt x="11661140" y="5861050"/>
                  <a:pt x="11546840" y="5932170"/>
                </a:cubicBezTo>
                <a:cubicBezTo>
                  <a:pt x="11431270" y="6003290"/>
                  <a:pt x="11290300" y="6061710"/>
                  <a:pt x="11148060" y="6103620"/>
                </a:cubicBezTo>
                <a:cubicBezTo>
                  <a:pt x="11007090" y="6144260"/>
                  <a:pt x="10848340" y="6165850"/>
                  <a:pt x="10697210" y="6177280"/>
                </a:cubicBezTo>
                <a:cubicBezTo>
                  <a:pt x="10546080" y="6188710"/>
                  <a:pt x="10389870" y="6183630"/>
                  <a:pt x="10241280" y="6169660"/>
                </a:cubicBezTo>
                <a:cubicBezTo>
                  <a:pt x="10092690" y="6155690"/>
                  <a:pt x="9944100" y="6129020"/>
                  <a:pt x="9809480" y="6090920"/>
                </a:cubicBezTo>
                <a:cubicBezTo>
                  <a:pt x="9673590" y="6054090"/>
                  <a:pt x="9540240" y="6003290"/>
                  <a:pt x="9425940" y="5943600"/>
                </a:cubicBezTo>
                <a:cubicBezTo>
                  <a:pt x="9311640" y="5882640"/>
                  <a:pt x="9208770" y="5807710"/>
                  <a:pt x="9123680" y="5730240"/>
                </a:cubicBezTo>
                <a:cubicBezTo>
                  <a:pt x="9038590" y="5652770"/>
                  <a:pt x="8973820" y="5562600"/>
                  <a:pt x="8917940" y="5480050"/>
                </a:cubicBezTo>
                <a:cubicBezTo>
                  <a:pt x="8860790" y="5396230"/>
                  <a:pt x="8823960" y="5308600"/>
                  <a:pt x="8782050" y="5228590"/>
                </a:cubicBezTo>
                <a:cubicBezTo>
                  <a:pt x="8738870" y="5148580"/>
                  <a:pt x="8705850" y="5072380"/>
                  <a:pt x="8663940" y="4996180"/>
                </a:cubicBezTo>
                <a:cubicBezTo>
                  <a:pt x="8623300" y="4919980"/>
                  <a:pt x="8576310" y="4848860"/>
                  <a:pt x="8534400" y="4770120"/>
                </a:cubicBezTo>
                <a:cubicBezTo>
                  <a:pt x="8492490" y="4692650"/>
                  <a:pt x="8442960" y="4611370"/>
                  <a:pt x="8415020" y="4526280"/>
                </a:cubicBezTo>
                <a:cubicBezTo>
                  <a:pt x="8387080" y="4441190"/>
                  <a:pt x="8365490" y="4347210"/>
                  <a:pt x="8369300" y="4258310"/>
                </a:cubicBezTo>
                <a:cubicBezTo>
                  <a:pt x="8374380" y="4169410"/>
                  <a:pt x="8401050" y="4075430"/>
                  <a:pt x="8444230" y="3990340"/>
                </a:cubicBezTo>
                <a:cubicBezTo>
                  <a:pt x="8487410" y="3905250"/>
                  <a:pt x="8557260" y="3825240"/>
                  <a:pt x="8629650" y="3750310"/>
                </a:cubicBezTo>
                <a:cubicBezTo>
                  <a:pt x="8702040" y="3676650"/>
                  <a:pt x="8792210" y="3610610"/>
                  <a:pt x="8882380" y="3547110"/>
                </a:cubicBezTo>
                <a:cubicBezTo>
                  <a:pt x="8971280" y="3483610"/>
                  <a:pt x="9066530" y="3425190"/>
                  <a:pt x="9168130" y="3369310"/>
                </a:cubicBezTo>
                <a:cubicBezTo>
                  <a:pt x="9268460" y="3313430"/>
                  <a:pt x="9372600" y="3257550"/>
                  <a:pt x="9485630" y="3213100"/>
                </a:cubicBezTo>
                <a:cubicBezTo>
                  <a:pt x="9598660" y="3167380"/>
                  <a:pt x="9720580" y="3125470"/>
                  <a:pt x="9847580" y="3098800"/>
                </a:cubicBezTo>
                <a:cubicBezTo>
                  <a:pt x="9973310" y="3073400"/>
                  <a:pt x="10109200" y="3058160"/>
                  <a:pt x="10241280" y="3058160"/>
                </a:cubicBezTo>
                <a:cubicBezTo>
                  <a:pt x="10373360" y="3056890"/>
                  <a:pt x="10509250" y="3073400"/>
                  <a:pt x="10636250" y="3097530"/>
                </a:cubicBezTo>
                <a:cubicBezTo>
                  <a:pt x="10763250" y="3120390"/>
                  <a:pt x="10886440" y="3158490"/>
                  <a:pt x="11004550" y="3199130"/>
                </a:cubicBezTo>
                <a:cubicBezTo>
                  <a:pt x="11122660" y="3239770"/>
                  <a:pt x="11235690" y="3286760"/>
                  <a:pt x="11342370" y="3338830"/>
                </a:cubicBezTo>
                <a:cubicBezTo>
                  <a:pt x="11450320" y="3390900"/>
                  <a:pt x="11557000" y="3446780"/>
                  <a:pt x="11652250" y="3510280"/>
                </a:cubicBezTo>
                <a:cubicBezTo>
                  <a:pt x="11747500" y="3573780"/>
                  <a:pt x="11840210" y="3644900"/>
                  <a:pt x="11912600" y="3722370"/>
                </a:cubicBezTo>
                <a:cubicBezTo>
                  <a:pt x="11983720" y="3799840"/>
                  <a:pt x="12044680" y="3888740"/>
                  <a:pt x="12084050" y="3976370"/>
                </a:cubicBezTo>
                <a:cubicBezTo>
                  <a:pt x="12124690" y="4065270"/>
                  <a:pt x="12141200" y="4161790"/>
                  <a:pt x="12151360" y="4253230"/>
                </a:cubicBezTo>
                <a:cubicBezTo>
                  <a:pt x="12160250" y="4344670"/>
                  <a:pt x="12147550" y="4436110"/>
                  <a:pt x="12138660" y="4526280"/>
                </a:cubicBezTo>
                <a:close/>
                <a:moveTo>
                  <a:pt x="12428220" y="4526280"/>
                </a:moveTo>
                <a:cubicBezTo>
                  <a:pt x="12428220" y="4630420"/>
                  <a:pt x="12424410" y="4730750"/>
                  <a:pt x="12421870" y="4838700"/>
                </a:cubicBezTo>
                <a:cubicBezTo>
                  <a:pt x="12419330" y="4946650"/>
                  <a:pt x="12424410" y="5057140"/>
                  <a:pt x="12410440" y="5172710"/>
                </a:cubicBezTo>
                <a:cubicBezTo>
                  <a:pt x="12395200" y="5289550"/>
                  <a:pt x="12382500" y="5415280"/>
                  <a:pt x="12335510" y="5533390"/>
                </a:cubicBezTo>
                <a:cubicBezTo>
                  <a:pt x="12287250" y="5651500"/>
                  <a:pt x="12221210" y="5777230"/>
                  <a:pt x="12125960" y="5882640"/>
                </a:cubicBezTo>
                <a:cubicBezTo>
                  <a:pt x="12030710" y="5988050"/>
                  <a:pt x="11902440" y="6088380"/>
                  <a:pt x="11762740" y="6165850"/>
                </a:cubicBezTo>
                <a:cubicBezTo>
                  <a:pt x="11623040" y="6243320"/>
                  <a:pt x="11454130" y="6303010"/>
                  <a:pt x="11287760" y="6344920"/>
                </a:cubicBezTo>
                <a:cubicBezTo>
                  <a:pt x="11121390" y="6388100"/>
                  <a:pt x="10938510" y="6409690"/>
                  <a:pt x="10764520" y="6419850"/>
                </a:cubicBezTo>
                <a:cubicBezTo>
                  <a:pt x="10590530" y="6431280"/>
                  <a:pt x="10410190" y="6424930"/>
                  <a:pt x="10241280" y="6407150"/>
                </a:cubicBezTo>
                <a:cubicBezTo>
                  <a:pt x="10072370" y="6389370"/>
                  <a:pt x="9902190" y="6357620"/>
                  <a:pt x="9748520" y="6311900"/>
                </a:cubicBezTo>
                <a:cubicBezTo>
                  <a:pt x="9593580" y="6266180"/>
                  <a:pt x="9444990" y="6203950"/>
                  <a:pt x="9317990" y="6131560"/>
                </a:cubicBezTo>
                <a:cubicBezTo>
                  <a:pt x="9189720" y="6060440"/>
                  <a:pt x="9077960" y="5970270"/>
                  <a:pt x="8983980" y="5881370"/>
                </a:cubicBezTo>
                <a:cubicBezTo>
                  <a:pt x="8890000" y="5792470"/>
                  <a:pt x="8818880" y="5690870"/>
                  <a:pt x="8752840" y="5598160"/>
                </a:cubicBezTo>
                <a:cubicBezTo>
                  <a:pt x="8685530" y="5505450"/>
                  <a:pt x="8637270" y="5412740"/>
                  <a:pt x="8580120" y="5325110"/>
                </a:cubicBezTo>
                <a:cubicBezTo>
                  <a:pt x="8522970" y="5237480"/>
                  <a:pt x="8469630" y="5157470"/>
                  <a:pt x="8411210" y="5072380"/>
                </a:cubicBezTo>
                <a:cubicBezTo>
                  <a:pt x="8352790" y="4987290"/>
                  <a:pt x="8284210" y="4906010"/>
                  <a:pt x="8229600" y="4814570"/>
                </a:cubicBezTo>
                <a:cubicBezTo>
                  <a:pt x="8174990" y="4723130"/>
                  <a:pt x="8114030" y="4626610"/>
                  <a:pt x="8084820" y="4526280"/>
                </a:cubicBezTo>
                <a:cubicBezTo>
                  <a:pt x="8054340" y="4425950"/>
                  <a:pt x="8037830" y="4315460"/>
                  <a:pt x="8050530" y="4212590"/>
                </a:cubicBezTo>
                <a:cubicBezTo>
                  <a:pt x="8063230" y="4108450"/>
                  <a:pt x="8103870" y="4001770"/>
                  <a:pt x="8159750" y="3905250"/>
                </a:cubicBezTo>
                <a:cubicBezTo>
                  <a:pt x="8215630" y="3808730"/>
                  <a:pt x="8298180" y="3717290"/>
                  <a:pt x="8383270" y="3632200"/>
                </a:cubicBezTo>
                <a:cubicBezTo>
                  <a:pt x="8468360" y="3547110"/>
                  <a:pt x="8567420" y="3469640"/>
                  <a:pt x="8667750" y="3393440"/>
                </a:cubicBezTo>
                <a:cubicBezTo>
                  <a:pt x="8769350" y="3317240"/>
                  <a:pt x="8874760" y="3244850"/>
                  <a:pt x="8989060" y="3177540"/>
                </a:cubicBezTo>
                <a:cubicBezTo>
                  <a:pt x="9104630" y="3110230"/>
                  <a:pt x="9225280" y="3041650"/>
                  <a:pt x="9357360" y="2989580"/>
                </a:cubicBezTo>
                <a:cubicBezTo>
                  <a:pt x="9489440" y="2937510"/>
                  <a:pt x="9634220" y="2891790"/>
                  <a:pt x="9781540" y="2863850"/>
                </a:cubicBezTo>
                <a:cubicBezTo>
                  <a:pt x="9928860" y="2837180"/>
                  <a:pt x="10088880" y="2825750"/>
                  <a:pt x="10241280" y="2828290"/>
                </a:cubicBezTo>
                <a:cubicBezTo>
                  <a:pt x="10393680" y="2832100"/>
                  <a:pt x="10548620" y="2853690"/>
                  <a:pt x="10695940" y="2881630"/>
                </a:cubicBezTo>
                <a:cubicBezTo>
                  <a:pt x="10841990" y="2909570"/>
                  <a:pt x="10984230" y="2951480"/>
                  <a:pt x="11121390" y="2995930"/>
                </a:cubicBezTo>
                <a:cubicBezTo>
                  <a:pt x="11258550" y="3041650"/>
                  <a:pt x="11391900" y="3092450"/>
                  <a:pt x="11518900" y="3149600"/>
                </a:cubicBezTo>
                <a:cubicBezTo>
                  <a:pt x="11644630" y="3208020"/>
                  <a:pt x="11771630" y="3271520"/>
                  <a:pt x="11880850" y="3346450"/>
                </a:cubicBezTo>
                <a:cubicBezTo>
                  <a:pt x="11990070" y="3420110"/>
                  <a:pt x="12094210" y="3505200"/>
                  <a:pt x="12174220" y="3596640"/>
                </a:cubicBezTo>
                <a:cubicBezTo>
                  <a:pt x="12254230" y="3688080"/>
                  <a:pt x="12315190" y="3792220"/>
                  <a:pt x="12357100" y="3895090"/>
                </a:cubicBezTo>
                <a:cubicBezTo>
                  <a:pt x="12399010" y="3997960"/>
                  <a:pt x="12414250" y="4108450"/>
                  <a:pt x="12425680" y="4213860"/>
                </a:cubicBezTo>
                <a:cubicBezTo>
                  <a:pt x="12438380" y="4318000"/>
                  <a:pt x="12429490" y="4422140"/>
                  <a:pt x="12428220" y="4526280"/>
                </a:cubicBezTo>
                <a:close/>
                <a:moveTo>
                  <a:pt x="12730480" y="4526280"/>
                </a:moveTo>
                <a:cubicBezTo>
                  <a:pt x="12741910" y="4645660"/>
                  <a:pt x="12757150" y="4761230"/>
                  <a:pt x="12764770" y="4888230"/>
                </a:cubicBezTo>
                <a:cubicBezTo>
                  <a:pt x="12772390" y="5013960"/>
                  <a:pt x="12790170" y="5147310"/>
                  <a:pt x="12776200" y="5281930"/>
                </a:cubicBezTo>
                <a:cubicBezTo>
                  <a:pt x="12763500" y="5417820"/>
                  <a:pt x="12743180" y="5566410"/>
                  <a:pt x="12683490" y="5701030"/>
                </a:cubicBezTo>
                <a:cubicBezTo>
                  <a:pt x="12622530" y="5835650"/>
                  <a:pt x="12532360" y="5975350"/>
                  <a:pt x="12414250" y="6090920"/>
                </a:cubicBezTo>
                <a:cubicBezTo>
                  <a:pt x="12296140" y="6206490"/>
                  <a:pt x="12139930" y="6311900"/>
                  <a:pt x="11973560" y="6393180"/>
                </a:cubicBezTo>
                <a:cubicBezTo>
                  <a:pt x="11808460" y="6474460"/>
                  <a:pt x="11612880" y="6535420"/>
                  <a:pt x="11422380" y="6579870"/>
                </a:cubicBezTo>
                <a:cubicBezTo>
                  <a:pt x="11231880" y="6623050"/>
                  <a:pt x="11026140" y="6647180"/>
                  <a:pt x="10829290" y="6656070"/>
                </a:cubicBezTo>
                <a:cubicBezTo>
                  <a:pt x="10632440" y="6666230"/>
                  <a:pt x="10431780" y="6659880"/>
                  <a:pt x="10241280" y="6638290"/>
                </a:cubicBezTo>
                <a:cubicBezTo>
                  <a:pt x="10050780" y="6615430"/>
                  <a:pt x="9860280" y="6576060"/>
                  <a:pt x="9690100" y="6521450"/>
                </a:cubicBezTo>
                <a:cubicBezTo>
                  <a:pt x="9519920" y="6466840"/>
                  <a:pt x="9356090" y="6390640"/>
                  <a:pt x="9216390" y="6306820"/>
                </a:cubicBezTo>
                <a:cubicBezTo>
                  <a:pt x="9077960" y="6223000"/>
                  <a:pt x="8958580" y="6118860"/>
                  <a:pt x="8854440" y="6021070"/>
                </a:cubicBezTo>
                <a:cubicBezTo>
                  <a:pt x="8750300" y="5922010"/>
                  <a:pt x="8672830" y="5812790"/>
                  <a:pt x="8592820" y="5713730"/>
                </a:cubicBezTo>
                <a:cubicBezTo>
                  <a:pt x="8511540" y="5614670"/>
                  <a:pt x="8448040" y="5519420"/>
                  <a:pt x="8371840" y="5425440"/>
                </a:cubicBezTo>
                <a:cubicBezTo>
                  <a:pt x="8296910" y="5331460"/>
                  <a:pt x="8218170" y="5246370"/>
                  <a:pt x="8140700" y="5152390"/>
                </a:cubicBezTo>
                <a:cubicBezTo>
                  <a:pt x="8063230" y="5058410"/>
                  <a:pt x="7973060" y="4964430"/>
                  <a:pt x="7908290" y="4860290"/>
                </a:cubicBezTo>
                <a:cubicBezTo>
                  <a:pt x="7842250" y="4756150"/>
                  <a:pt x="7777480" y="4641850"/>
                  <a:pt x="7748270" y="4526280"/>
                </a:cubicBezTo>
                <a:cubicBezTo>
                  <a:pt x="7719060" y="4410710"/>
                  <a:pt x="7713980" y="4284980"/>
                  <a:pt x="7735570" y="4166870"/>
                </a:cubicBezTo>
                <a:cubicBezTo>
                  <a:pt x="7758430" y="4050030"/>
                  <a:pt x="7815580" y="3931920"/>
                  <a:pt x="7881620" y="3822700"/>
                </a:cubicBezTo>
                <a:cubicBezTo>
                  <a:pt x="7948930" y="3713480"/>
                  <a:pt x="8042910" y="3611880"/>
                  <a:pt x="8136890" y="3514090"/>
                </a:cubicBezTo>
                <a:cubicBezTo>
                  <a:pt x="8232140" y="3416300"/>
                  <a:pt x="8337550" y="3324860"/>
                  <a:pt x="8448040" y="3235960"/>
                </a:cubicBezTo>
                <a:cubicBezTo>
                  <a:pt x="8559800" y="3145790"/>
                  <a:pt x="8675370" y="3056890"/>
                  <a:pt x="8804910" y="2979420"/>
                </a:cubicBezTo>
                <a:cubicBezTo>
                  <a:pt x="8935720" y="2900680"/>
                  <a:pt x="9075420" y="2821940"/>
                  <a:pt x="9227820" y="2764790"/>
                </a:cubicBezTo>
                <a:cubicBezTo>
                  <a:pt x="9380220" y="2706370"/>
                  <a:pt x="9549130" y="2659380"/>
                  <a:pt x="9718040" y="2632710"/>
                </a:cubicBezTo>
                <a:cubicBezTo>
                  <a:pt x="9886950" y="2606040"/>
                  <a:pt x="10068560" y="2599690"/>
                  <a:pt x="10241280" y="2604770"/>
                </a:cubicBezTo>
                <a:cubicBezTo>
                  <a:pt x="10414000" y="2611120"/>
                  <a:pt x="10587990" y="2637790"/>
                  <a:pt x="10754360" y="2669540"/>
                </a:cubicBezTo>
                <a:cubicBezTo>
                  <a:pt x="10920730" y="2700020"/>
                  <a:pt x="11082020" y="2743200"/>
                  <a:pt x="11239500" y="2791460"/>
                </a:cubicBezTo>
                <a:cubicBezTo>
                  <a:pt x="11396980" y="2839720"/>
                  <a:pt x="11551920" y="2893060"/>
                  <a:pt x="11696700" y="2957830"/>
                </a:cubicBezTo>
                <a:cubicBezTo>
                  <a:pt x="11841480" y="3022600"/>
                  <a:pt x="11986260" y="3094990"/>
                  <a:pt x="12109450" y="3181350"/>
                </a:cubicBezTo>
                <a:cubicBezTo>
                  <a:pt x="12231370" y="3267710"/>
                  <a:pt x="12344400" y="3368040"/>
                  <a:pt x="12429490" y="3473450"/>
                </a:cubicBezTo>
                <a:cubicBezTo>
                  <a:pt x="12514580" y="3580130"/>
                  <a:pt x="12574270" y="3700780"/>
                  <a:pt x="12619990" y="3817620"/>
                </a:cubicBezTo>
                <a:cubicBezTo>
                  <a:pt x="12664440" y="3933190"/>
                  <a:pt x="12679680" y="4056380"/>
                  <a:pt x="12698730" y="4174490"/>
                </a:cubicBezTo>
                <a:cubicBezTo>
                  <a:pt x="12716510" y="4292600"/>
                  <a:pt x="12719050" y="4406900"/>
                  <a:pt x="12730480" y="4526280"/>
                </a:cubicBezTo>
                <a:close/>
                <a:moveTo>
                  <a:pt x="13053060" y="4526280"/>
                </a:moveTo>
                <a:cubicBezTo>
                  <a:pt x="13079730" y="4660900"/>
                  <a:pt x="13116560" y="4795520"/>
                  <a:pt x="13135610" y="4940300"/>
                </a:cubicBezTo>
                <a:cubicBezTo>
                  <a:pt x="13153390" y="5086350"/>
                  <a:pt x="13180060" y="5242560"/>
                  <a:pt x="13163550" y="5397500"/>
                </a:cubicBezTo>
                <a:cubicBezTo>
                  <a:pt x="13147040" y="5552440"/>
                  <a:pt x="13114020" y="5721350"/>
                  <a:pt x="13036550" y="5871210"/>
                </a:cubicBezTo>
                <a:cubicBezTo>
                  <a:pt x="12959080" y="6021070"/>
                  <a:pt x="12842240" y="6172200"/>
                  <a:pt x="12698730" y="6295390"/>
                </a:cubicBezTo>
                <a:cubicBezTo>
                  <a:pt x="12555220" y="6419850"/>
                  <a:pt x="12368530" y="6527800"/>
                  <a:pt x="12178030" y="6612890"/>
                </a:cubicBezTo>
                <a:cubicBezTo>
                  <a:pt x="11986260" y="6697980"/>
                  <a:pt x="11766550" y="6760210"/>
                  <a:pt x="11553190" y="6805930"/>
                </a:cubicBezTo>
                <a:cubicBezTo>
                  <a:pt x="11338560" y="6851650"/>
                  <a:pt x="11111230" y="6877050"/>
                  <a:pt x="10892790" y="6885940"/>
                </a:cubicBezTo>
                <a:cubicBezTo>
                  <a:pt x="10674350" y="6894830"/>
                  <a:pt x="10450830" y="6887210"/>
                  <a:pt x="10241280" y="6859270"/>
                </a:cubicBezTo>
                <a:cubicBezTo>
                  <a:pt x="10031730" y="6830060"/>
                  <a:pt x="9822180" y="6781800"/>
                  <a:pt x="9635490" y="6717030"/>
                </a:cubicBezTo>
                <a:cubicBezTo>
                  <a:pt x="9450070" y="6650990"/>
                  <a:pt x="9274810" y="6560820"/>
                  <a:pt x="9124950" y="6466840"/>
                </a:cubicBezTo>
                <a:cubicBezTo>
                  <a:pt x="8975090" y="6372860"/>
                  <a:pt x="8849360" y="6257290"/>
                  <a:pt x="8733790" y="6150610"/>
                </a:cubicBezTo>
                <a:cubicBezTo>
                  <a:pt x="8618220" y="6043930"/>
                  <a:pt x="8529320" y="5932170"/>
                  <a:pt x="8431530" y="5829300"/>
                </a:cubicBezTo>
                <a:cubicBezTo>
                  <a:pt x="8335010" y="5726430"/>
                  <a:pt x="8247380" y="5629910"/>
                  <a:pt x="8150860" y="5532120"/>
                </a:cubicBezTo>
                <a:cubicBezTo>
                  <a:pt x="8053070" y="5434330"/>
                  <a:pt x="7946390" y="5342890"/>
                  <a:pt x="7851140" y="5238750"/>
                </a:cubicBezTo>
                <a:cubicBezTo>
                  <a:pt x="7754620" y="5134610"/>
                  <a:pt x="7646670" y="5026660"/>
                  <a:pt x="7574280" y="4908550"/>
                </a:cubicBezTo>
                <a:cubicBezTo>
                  <a:pt x="7500620" y="4789170"/>
                  <a:pt x="7435850" y="4657090"/>
                  <a:pt x="7411720" y="4526280"/>
                </a:cubicBezTo>
                <a:cubicBezTo>
                  <a:pt x="7387590" y="4395470"/>
                  <a:pt x="7396480" y="4254500"/>
                  <a:pt x="7429500" y="4123690"/>
                </a:cubicBezTo>
                <a:cubicBezTo>
                  <a:pt x="7462520" y="3992880"/>
                  <a:pt x="7533640" y="3863340"/>
                  <a:pt x="7609840" y="3741420"/>
                </a:cubicBezTo>
                <a:cubicBezTo>
                  <a:pt x="7686040" y="3619500"/>
                  <a:pt x="7786370" y="3506470"/>
                  <a:pt x="7887970" y="3394710"/>
                </a:cubicBezTo>
                <a:cubicBezTo>
                  <a:pt x="7989570" y="3282950"/>
                  <a:pt x="8100060" y="3175000"/>
                  <a:pt x="8220710" y="3072130"/>
                </a:cubicBezTo>
                <a:cubicBezTo>
                  <a:pt x="8342630" y="2969260"/>
                  <a:pt x="8470900" y="2863850"/>
                  <a:pt x="8616950" y="2774950"/>
                </a:cubicBezTo>
                <a:cubicBezTo>
                  <a:pt x="8763000" y="2687320"/>
                  <a:pt x="8925560" y="2600960"/>
                  <a:pt x="9098280" y="2538730"/>
                </a:cubicBezTo>
                <a:cubicBezTo>
                  <a:pt x="9271000" y="2477770"/>
                  <a:pt x="9465310" y="2430780"/>
                  <a:pt x="9655810" y="2405380"/>
                </a:cubicBezTo>
                <a:cubicBezTo>
                  <a:pt x="9846310" y="2379980"/>
                  <a:pt x="10048240" y="2378710"/>
                  <a:pt x="10241280" y="2387600"/>
                </a:cubicBezTo>
                <a:cubicBezTo>
                  <a:pt x="10434320" y="2395220"/>
                  <a:pt x="10626090" y="2424430"/>
                  <a:pt x="10812780" y="2456180"/>
                </a:cubicBezTo>
                <a:cubicBezTo>
                  <a:pt x="10999470" y="2489200"/>
                  <a:pt x="11182350" y="2531110"/>
                  <a:pt x="11358880" y="2583180"/>
                </a:cubicBezTo>
                <a:cubicBezTo>
                  <a:pt x="11536680" y="2633980"/>
                  <a:pt x="11714480" y="2689860"/>
                  <a:pt x="11877040" y="2763520"/>
                </a:cubicBezTo>
                <a:cubicBezTo>
                  <a:pt x="12039600" y="2835910"/>
                  <a:pt x="12200890" y="2921000"/>
                  <a:pt x="12334240" y="3020060"/>
                </a:cubicBezTo>
                <a:cubicBezTo>
                  <a:pt x="12466320" y="3117850"/>
                  <a:pt x="12584430" y="3235960"/>
                  <a:pt x="12674600" y="3355340"/>
                </a:cubicBezTo>
                <a:cubicBezTo>
                  <a:pt x="12763500" y="3475990"/>
                  <a:pt x="12823190" y="3611880"/>
                  <a:pt x="12872720" y="3741420"/>
                </a:cubicBezTo>
                <a:cubicBezTo>
                  <a:pt x="12923520" y="3870960"/>
                  <a:pt x="12945110" y="4004310"/>
                  <a:pt x="12974320" y="4135120"/>
                </a:cubicBezTo>
                <a:cubicBezTo>
                  <a:pt x="13004800" y="4265930"/>
                  <a:pt x="13025120" y="4391660"/>
                  <a:pt x="13053060" y="4526280"/>
                </a:cubicBezTo>
                <a:close/>
                <a:moveTo>
                  <a:pt x="13402310" y="4526280"/>
                </a:moveTo>
                <a:cubicBezTo>
                  <a:pt x="13446760" y="4677410"/>
                  <a:pt x="13506450" y="4832350"/>
                  <a:pt x="13534390" y="4997450"/>
                </a:cubicBezTo>
                <a:cubicBezTo>
                  <a:pt x="13561060" y="5162550"/>
                  <a:pt x="13590270" y="5344160"/>
                  <a:pt x="13566140" y="5518150"/>
                </a:cubicBezTo>
                <a:cubicBezTo>
                  <a:pt x="13542010" y="5692140"/>
                  <a:pt x="13488670" y="5878830"/>
                  <a:pt x="13389610" y="6041390"/>
                </a:cubicBezTo>
                <a:cubicBezTo>
                  <a:pt x="13291820" y="6203950"/>
                  <a:pt x="13143230" y="6362700"/>
                  <a:pt x="12974320" y="6493510"/>
                </a:cubicBezTo>
                <a:cubicBezTo>
                  <a:pt x="12804140" y="6624320"/>
                  <a:pt x="12589510" y="6736080"/>
                  <a:pt x="12373610" y="6823710"/>
                </a:cubicBezTo>
                <a:cubicBezTo>
                  <a:pt x="12157710" y="6912610"/>
                  <a:pt x="11915140" y="6978650"/>
                  <a:pt x="11678920" y="7025640"/>
                </a:cubicBezTo>
                <a:cubicBezTo>
                  <a:pt x="11442700" y="7072630"/>
                  <a:pt x="11193780" y="7100570"/>
                  <a:pt x="10955020" y="7108190"/>
                </a:cubicBezTo>
                <a:cubicBezTo>
                  <a:pt x="10714990" y="7114540"/>
                  <a:pt x="10469880" y="7103110"/>
                  <a:pt x="10241280" y="7067550"/>
                </a:cubicBezTo>
                <a:cubicBezTo>
                  <a:pt x="10012680" y="7033260"/>
                  <a:pt x="9786620" y="6972300"/>
                  <a:pt x="9585960" y="6896100"/>
                </a:cubicBezTo>
                <a:cubicBezTo>
                  <a:pt x="9386570" y="6821170"/>
                  <a:pt x="9202420" y="6715760"/>
                  <a:pt x="9041130" y="6612890"/>
                </a:cubicBezTo>
                <a:cubicBezTo>
                  <a:pt x="8879840" y="6508750"/>
                  <a:pt x="8746490" y="6386830"/>
                  <a:pt x="8616950" y="6276340"/>
                </a:cubicBezTo>
                <a:cubicBezTo>
                  <a:pt x="8487410" y="6165850"/>
                  <a:pt x="8382000" y="6054090"/>
                  <a:pt x="8263890" y="5949950"/>
                </a:cubicBezTo>
                <a:cubicBezTo>
                  <a:pt x="8147050" y="5844540"/>
                  <a:pt x="8031480" y="5750560"/>
                  <a:pt x="7910830" y="5647690"/>
                </a:cubicBezTo>
                <a:cubicBezTo>
                  <a:pt x="7790180" y="5544820"/>
                  <a:pt x="7655560" y="5445760"/>
                  <a:pt x="7542530" y="5331460"/>
                </a:cubicBezTo>
                <a:cubicBezTo>
                  <a:pt x="7429500" y="5215890"/>
                  <a:pt x="7308850" y="5091430"/>
                  <a:pt x="7232650" y="4956810"/>
                </a:cubicBezTo>
                <a:cubicBezTo>
                  <a:pt x="7156450" y="4823460"/>
                  <a:pt x="7099300" y="4672330"/>
                  <a:pt x="7082790" y="4526280"/>
                </a:cubicBezTo>
                <a:cubicBezTo>
                  <a:pt x="7065010" y="4380230"/>
                  <a:pt x="7089140" y="4225290"/>
                  <a:pt x="7132320" y="4080510"/>
                </a:cubicBezTo>
                <a:cubicBezTo>
                  <a:pt x="7175500" y="3937000"/>
                  <a:pt x="7255510" y="3796030"/>
                  <a:pt x="7339330" y="3661410"/>
                </a:cubicBezTo>
                <a:cubicBezTo>
                  <a:pt x="7423150" y="3525520"/>
                  <a:pt x="7524750" y="3397250"/>
                  <a:pt x="7632700" y="3271520"/>
                </a:cubicBezTo>
                <a:cubicBezTo>
                  <a:pt x="7740650" y="3144520"/>
                  <a:pt x="7853680" y="3018790"/>
                  <a:pt x="7985760" y="2901950"/>
                </a:cubicBezTo>
                <a:cubicBezTo>
                  <a:pt x="8117840" y="2785110"/>
                  <a:pt x="8260080" y="2667000"/>
                  <a:pt x="8425180" y="2569210"/>
                </a:cubicBezTo>
                <a:cubicBezTo>
                  <a:pt x="8589010" y="2471420"/>
                  <a:pt x="8775700" y="2381250"/>
                  <a:pt x="8970010" y="2316480"/>
                </a:cubicBezTo>
                <a:cubicBezTo>
                  <a:pt x="9165590" y="2252980"/>
                  <a:pt x="9382760" y="2209800"/>
                  <a:pt x="9594850" y="2185670"/>
                </a:cubicBezTo>
                <a:cubicBezTo>
                  <a:pt x="9806940" y="2161540"/>
                  <a:pt x="10027920" y="2164080"/>
                  <a:pt x="10241280" y="2172970"/>
                </a:cubicBezTo>
                <a:cubicBezTo>
                  <a:pt x="10454640" y="2181860"/>
                  <a:pt x="10665460" y="2208530"/>
                  <a:pt x="10872470" y="2241550"/>
                </a:cubicBezTo>
                <a:cubicBezTo>
                  <a:pt x="11079480" y="2274570"/>
                  <a:pt x="11283950" y="2315210"/>
                  <a:pt x="11482070" y="2369820"/>
                </a:cubicBezTo>
                <a:cubicBezTo>
                  <a:pt x="11680190" y="2423160"/>
                  <a:pt x="11879580" y="2486660"/>
                  <a:pt x="12058650" y="2567940"/>
                </a:cubicBezTo>
                <a:cubicBezTo>
                  <a:pt x="12236450" y="2650490"/>
                  <a:pt x="12410440" y="2749550"/>
                  <a:pt x="12552680" y="2862580"/>
                </a:cubicBezTo>
                <a:cubicBezTo>
                  <a:pt x="12693650" y="2974340"/>
                  <a:pt x="12813030" y="3108960"/>
                  <a:pt x="12908280" y="3243580"/>
                </a:cubicBezTo>
                <a:cubicBezTo>
                  <a:pt x="13003530" y="3376930"/>
                  <a:pt x="13063220" y="3525520"/>
                  <a:pt x="13122910" y="3666490"/>
                </a:cubicBezTo>
                <a:cubicBezTo>
                  <a:pt x="13181330" y="3808730"/>
                  <a:pt x="13216890" y="3949700"/>
                  <a:pt x="13262610" y="4093210"/>
                </a:cubicBezTo>
                <a:cubicBezTo>
                  <a:pt x="13309600" y="4236720"/>
                  <a:pt x="13356590" y="4375150"/>
                  <a:pt x="13402310" y="4526280"/>
                </a:cubicBezTo>
                <a:close/>
                <a:moveTo>
                  <a:pt x="13783310" y="4526280"/>
                </a:moveTo>
                <a:cubicBezTo>
                  <a:pt x="13846810" y="4693920"/>
                  <a:pt x="13926820" y="4872990"/>
                  <a:pt x="13958570" y="5058410"/>
                </a:cubicBezTo>
                <a:cubicBezTo>
                  <a:pt x="13990320" y="5243830"/>
                  <a:pt x="14013180" y="5448300"/>
                  <a:pt x="13976350" y="5640070"/>
                </a:cubicBezTo>
                <a:cubicBezTo>
                  <a:pt x="13939520" y="5831840"/>
                  <a:pt x="13859510" y="6033770"/>
                  <a:pt x="13736320" y="6207760"/>
                </a:cubicBezTo>
                <a:cubicBezTo>
                  <a:pt x="13613130" y="6381750"/>
                  <a:pt x="13432790" y="6546850"/>
                  <a:pt x="13237210" y="6684010"/>
                </a:cubicBezTo>
                <a:cubicBezTo>
                  <a:pt x="13041630" y="6819900"/>
                  <a:pt x="12801600" y="6934200"/>
                  <a:pt x="12561570" y="7026910"/>
                </a:cubicBezTo>
                <a:cubicBezTo>
                  <a:pt x="12322810" y="7119620"/>
                  <a:pt x="12059920" y="7189470"/>
                  <a:pt x="11802110" y="7237730"/>
                </a:cubicBezTo>
                <a:cubicBezTo>
                  <a:pt x="11543030" y="7287260"/>
                  <a:pt x="11273790" y="7316470"/>
                  <a:pt x="11013440" y="7321550"/>
                </a:cubicBezTo>
                <a:cubicBezTo>
                  <a:pt x="10753090" y="7325360"/>
                  <a:pt x="10486390" y="7306310"/>
                  <a:pt x="10241280" y="7263130"/>
                </a:cubicBezTo>
                <a:cubicBezTo>
                  <a:pt x="9996170" y="7219950"/>
                  <a:pt x="9754870" y="7145020"/>
                  <a:pt x="9541510" y="7058660"/>
                </a:cubicBezTo>
                <a:cubicBezTo>
                  <a:pt x="9328150" y="6973570"/>
                  <a:pt x="9137650" y="6856730"/>
                  <a:pt x="8963660" y="6747510"/>
                </a:cubicBezTo>
                <a:cubicBezTo>
                  <a:pt x="8789670" y="6637020"/>
                  <a:pt x="8647430" y="6512560"/>
                  <a:pt x="8501380" y="6402070"/>
                </a:cubicBezTo>
                <a:cubicBezTo>
                  <a:pt x="8354060" y="6290310"/>
                  <a:pt x="8225790" y="6184900"/>
                  <a:pt x="8083550" y="6079490"/>
                </a:cubicBezTo>
                <a:cubicBezTo>
                  <a:pt x="7942580" y="5975350"/>
                  <a:pt x="7793990" y="5881370"/>
                  <a:pt x="7650480" y="5773420"/>
                </a:cubicBezTo>
                <a:cubicBezTo>
                  <a:pt x="7505700" y="5664200"/>
                  <a:pt x="7345680" y="5554980"/>
                  <a:pt x="7218680" y="5427980"/>
                </a:cubicBezTo>
                <a:cubicBezTo>
                  <a:pt x="7092950" y="5299710"/>
                  <a:pt x="6967220" y="5156200"/>
                  <a:pt x="6891020" y="5006340"/>
                </a:cubicBezTo>
                <a:cubicBezTo>
                  <a:pt x="6814820" y="4856480"/>
                  <a:pt x="6770370" y="4687570"/>
                  <a:pt x="6762750" y="4526280"/>
                </a:cubicBezTo>
                <a:cubicBezTo>
                  <a:pt x="6755130" y="4364990"/>
                  <a:pt x="6793230" y="4197350"/>
                  <a:pt x="6844030" y="4039870"/>
                </a:cubicBezTo>
                <a:cubicBezTo>
                  <a:pt x="6894830" y="3882390"/>
                  <a:pt x="6978650" y="3728720"/>
                  <a:pt x="7066280" y="3578860"/>
                </a:cubicBezTo>
                <a:cubicBezTo>
                  <a:pt x="7153910" y="3430270"/>
                  <a:pt x="7254240" y="3285490"/>
                  <a:pt x="7366000" y="3143250"/>
                </a:cubicBezTo>
                <a:cubicBezTo>
                  <a:pt x="7479030" y="3001010"/>
                  <a:pt x="7598410" y="2857500"/>
                  <a:pt x="7743190" y="2726690"/>
                </a:cubicBezTo>
                <a:cubicBezTo>
                  <a:pt x="7886700" y="2597150"/>
                  <a:pt x="8049260" y="2466340"/>
                  <a:pt x="8232140" y="2362200"/>
                </a:cubicBezTo>
                <a:cubicBezTo>
                  <a:pt x="8416290" y="2256790"/>
                  <a:pt x="8628380" y="2165350"/>
                  <a:pt x="8845550" y="2100580"/>
                </a:cubicBezTo>
                <a:cubicBezTo>
                  <a:pt x="9062720" y="2035810"/>
                  <a:pt x="9302750" y="1996440"/>
                  <a:pt x="9535160" y="1972310"/>
                </a:cubicBezTo>
                <a:cubicBezTo>
                  <a:pt x="9768840" y="1949450"/>
                  <a:pt x="10008870" y="1950720"/>
                  <a:pt x="10241280" y="1959610"/>
                </a:cubicBezTo>
                <a:cubicBezTo>
                  <a:pt x="10473690" y="1967230"/>
                  <a:pt x="10704830" y="1990090"/>
                  <a:pt x="10933430" y="2023110"/>
                </a:cubicBezTo>
                <a:cubicBezTo>
                  <a:pt x="11160760" y="2054860"/>
                  <a:pt x="11389360" y="2092960"/>
                  <a:pt x="11606530" y="2152650"/>
                </a:cubicBezTo>
                <a:cubicBezTo>
                  <a:pt x="11824970" y="2211070"/>
                  <a:pt x="12044680" y="2282190"/>
                  <a:pt x="12237720" y="2374900"/>
                </a:cubicBezTo>
                <a:cubicBezTo>
                  <a:pt x="12429490" y="2468880"/>
                  <a:pt x="12612370" y="2584450"/>
                  <a:pt x="12762230" y="2711450"/>
                </a:cubicBezTo>
                <a:cubicBezTo>
                  <a:pt x="12910820" y="2838450"/>
                  <a:pt x="13030200" y="2988310"/>
                  <a:pt x="13131800" y="3135630"/>
                </a:cubicBezTo>
                <a:cubicBezTo>
                  <a:pt x="13234670" y="3281680"/>
                  <a:pt x="13300710" y="3439160"/>
                  <a:pt x="13374370" y="3591560"/>
                </a:cubicBezTo>
                <a:cubicBezTo>
                  <a:pt x="13448030" y="3743960"/>
                  <a:pt x="13505180" y="3893820"/>
                  <a:pt x="13572490" y="4048760"/>
                </a:cubicBezTo>
                <a:cubicBezTo>
                  <a:pt x="13641070" y="4204970"/>
                  <a:pt x="13718540" y="4358640"/>
                  <a:pt x="13783310" y="4526280"/>
                </a:cubicBezTo>
                <a:close/>
                <a:moveTo>
                  <a:pt x="14197330" y="4526280"/>
                </a:moveTo>
                <a:cubicBezTo>
                  <a:pt x="14278610" y="4712970"/>
                  <a:pt x="14371320" y="4916170"/>
                  <a:pt x="14401800" y="5121910"/>
                </a:cubicBezTo>
                <a:cubicBezTo>
                  <a:pt x="14433550" y="5327650"/>
                  <a:pt x="14441170" y="5554980"/>
                  <a:pt x="14386560" y="5761990"/>
                </a:cubicBezTo>
                <a:cubicBezTo>
                  <a:pt x="14330680" y="5970270"/>
                  <a:pt x="14218920" y="6184900"/>
                  <a:pt x="14070330" y="6367780"/>
                </a:cubicBezTo>
                <a:cubicBezTo>
                  <a:pt x="13920470" y="6551930"/>
                  <a:pt x="13709650" y="6722110"/>
                  <a:pt x="13488670" y="6864350"/>
                </a:cubicBezTo>
                <a:cubicBezTo>
                  <a:pt x="13267690" y="7006590"/>
                  <a:pt x="13004800" y="7125970"/>
                  <a:pt x="12743180" y="7222490"/>
                </a:cubicBezTo>
                <a:cubicBezTo>
                  <a:pt x="12481560" y="7319010"/>
                  <a:pt x="12198350" y="7393940"/>
                  <a:pt x="11920220" y="7444740"/>
                </a:cubicBezTo>
                <a:cubicBezTo>
                  <a:pt x="11640820" y="7494270"/>
                  <a:pt x="11348720" y="7523480"/>
                  <a:pt x="11069320" y="7523480"/>
                </a:cubicBezTo>
                <a:cubicBezTo>
                  <a:pt x="10789920" y="7522210"/>
                  <a:pt x="10502900" y="7494270"/>
                  <a:pt x="10241280" y="7440930"/>
                </a:cubicBezTo>
                <a:cubicBezTo>
                  <a:pt x="9979660" y="7388860"/>
                  <a:pt x="9726930" y="7299960"/>
                  <a:pt x="9500870" y="7204710"/>
                </a:cubicBezTo>
                <a:cubicBezTo>
                  <a:pt x="9276080" y="7110730"/>
                  <a:pt x="9077960" y="6986270"/>
                  <a:pt x="8890000" y="6874510"/>
                </a:cubicBezTo>
                <a:cubicBezTo>
                  <a:pt x="8703310" y="6762750"/>
                  <a:pt x="8545830" y="6642100"/>
                  <a:pt x="8378190" y="6534150"/>
                </a:cubicBezTo>
                <a:cubicBezTo>
                  <a:pt x="8210550" y="6424930"/>
                  <a:pt x="8054340" y="6327140"/>
                  <a:pt x="7885430" y="6221730"/>
                </a:cubicBezTo>
                <a:cubicBezTo>
                  <a:pt x="7717790" y="6117590"/>
                  <a:pt x="7536180" y="6023610"/>
                  <a:pt x="7369810" y="5908040"/>
                </a:cubicBezTo>
                <a:cubicBezTo>
                  <a:pt x="7203440" y="5792470"/>
                  <a:pt x="7021830" y="5669280"/>
                  <a:pt x="6887210" y="5527040"/>
                </a:cubicBezTo>
                <a:cubicBezTo>
                  <a:pt x="6751320" y="5384800"/>
                  <a:pt x="6628130" y="5220970"/>
                  <a:pt x="6555740" y="5054600"/>
                </a:cubicBezTo>
                <a:cubicBezTo>
                  <a:pt x="6484620" y="4886960"/>
                  <a:pt x="6455410" y="4701540"/>
                  <a:pt x="6455410" y="4526280"/>
                </a:cubicBezTo>
                <a:cubicBezTo>
                  <a:pt x="6455410" y="4351020"/>
                  <a:pt x="6503670" y="4170680"/>
                  <a:pt x="6559550" y="3999230"/>
                </a:cubicBezTo>
                <a:cubicBezTo>
                  <a:pt x="6614160" y="3827780"/>
                  <a:pt x="6697980" y="3660140"/>
                  <a:pt x="6785610" y="3496310"/>
                </a:cubicBezTo>
                <a:cubicBezTo>
                  <a:pt x="6874510" y="3331210"/>
                  <a:pt x="6971030" y="3167380"/>
                  <a:pt x="7089140" y="3009900"/>
                </a:cubicBezTo>
                <a:cubicBezTo>
                  <a:pt x="7207250" y="2852420"/>
                  <a:pt x="7335520" y="2691130"/>
                  <a:pt x="7494270" y="2548890"/>
                </a:cubicBezTo>
                <a:cubicBezTo>
                  <a:pt x="7653020" y="2406650"/>
                  <a:pt x="7837170" y="2266950"/>
                  <a:pt x="8042910" y="2157730"/>
                </a:cubicBezTo>
                <a:cubicBezTo>
                  <a:pt x="8248650" y="2047240"/>
                  <a:pt x="8486140" y="1957070"/>
                  <a:pt x="8724900" y="1891030"/>
                </a:cubicBezTo>
                <a:cubicBezTo>
                  <a:pt x="8964930" y="1826260"/>
                  <a:pt x="9225280" y="1788160"/>
                  <a:pt x="9478010" y="1764030"/>
                </a:cubicBezTo>
                <a:cubicBezTo>
                  <a:pt x="9730740" y="1739900"/>
                  <a:pt x="9988550" y="1738630"/>
                  <a:pt x="10241280" y="1743710"/>
                </a:cubicBezTo>
                <a:cubicBezTo>
                  <a:pt x="10494010" y="1750060"/>
                  <a:pt x="10746740" y="1765300"/>
                  <a:pt x="10995660" y="1797050"/>
                </a:cubicBezTo>
                <a:cubicBezTo>
                  <a:pt x="11243310" y="1828800"/>
                  <a:pt x="11497310" y="1868170"/>
                  <a:pt x="11732260" y="1932940"/>
                </a:cubicBezTo>
                <a:cubicBezTo>
                  <a:pt x="11968480" y="1998980"/>
                  <a:pt x="12207240" y="2081530"/>
                  <a:pt x="12411710" y="2188210"/>
                </a:cubicBezTo>
                <a:cubicBezTo>
                  <a:pt x="12616180" y="2293620"/>
                  <a:pt x="12804140" y="2428240"/>
                  <a:pt x="12960350" y="2567940"/>
                </a:cubicBezTo>
                <a:cubicBezTo>
                  <a:pt x="13116560" y="2708910"/>
                  <a:pt x="13238480" y="2872740"/>
                  <a:pt x="13350240" y="3030220"/>
                </a:cubicBezTo>
                <a:cubicBezTo>
                  <a:pt x="13463270" y="3187700"/>
                  <a:pt x="13543280" y="3351530"/>
                  <a:pt x="13637260" y="3514090"/>
                </a:cubicBezTo>
                <a:cubicBezTo>
                  <a:pt x="13731240" y="3675380"/>
                  <a:pt x="13817600" y="3831590"/>
                  <a:pt x="13911580" y="4000500"/>
                </a:cubicBezTo>
                <a:cubicBezTo>
                  <a:pt x="14004290" y="4169410"/>
                  <a:pt x="14114780" y="4339590"/>
                  <a:pt x="14197330" y="4526280"/>
                </a:cubicBezTo>
                <a:close/>
                <a:moveTo>
                  <a:pt x="14640560" y="4526280"/>
                </a:moveTo>
                <a:cubicBezTo>
                  <a:pt x="14737080" y="4733290"/>
                  <a:pt x="14832330" y="4961890"/>
                  <a:pt x="14856460" y="5186680"/>
                </a:cubicBezTo>
                <a:cubicBezTo>
                  <a:pt x="14881860" y="5412740"/>
                  <a:pt x="14865350" y="5660390"/>
                  <a:pt x="14787880" y="5882640"/>
                </a:cubicBezTo>
                <a:cubicBezTo>
                  <a:pt x="14709140" y="6104890"/>
                  <a:pt x="14564360" y="6328410"/>
                  <a:pt x="14387830" y="6521450"/>
                </a:cubicBezTo>
                <a:cubicBezTo>
                  <a:pt x="14211300" y="6713220"/>
                  <a:pt x="13973810" y="6888480"/>
                  <a:pt x="13728700" y="7037070"/>
                </a:cubicBezTo>
                <a:cubicBezTo>
                  <a:pt x="13483590" y="7185660"/>
                  <a:pt x="13201650" y="7310120"/>
                  <a:pt x="12918440" y="7411720"/>
                </a:cubicBezTo>
                <a:cubicBezTo>
                  <a:pt x="12636500" y="7512050"/>
                  <a:pt x="12332970" y="7592060"/>
                  <a:pt x="12033250" y="7641590"/>
                </a:cubicBezTo>
                <a:cubicBezTo>
                  <a:pt x="11733530" y="7692390"/>
                  <a:pt x="11419840" y="7717790"/>
                  <a:pt x="11121390" y="7711440"/>
                </a:cubicBezTo>
                <a:cubicBezTo>
                  <a:pt x="10822940" y="7705090"/>
                  <a:pt x="10516870" y="7663180"/>
                  <a:pt x="10241280" y="7600950"/>
                </a:cubicBezTo>
                <a:cubicBezTo>
                  <a:pt x="9965690" y="7538720"/>
                  <a:pt x="9701530" y="7437120"/>
                  <a:pt x="9465310" y="7336790"/>
                </a:cubicBezTo>
                <a:cubicBezTo>
                  <a:pt x="9227820" y="7237730"/>
                  <a:pt x="9020810" y="7112000"/>
                  <a:pt x="8817610" y="7001510"/>
                </a:cubicBezTo>
                <a:cubicBezTo>
                  <a:pt x="8614410" y="6891020"/>
                  <a:pt x="8436610" y="6780530"/>
                  <a:pt x="8244840" y="6677660"/>
                </a:cubicBezTo>
                <a:cubicBezTo>
                  <a:pt x="8053070" y="6573520"/>
                  <a:pt x="7862570" y="6484620"/>
                  <a:pt x="7666990" y="6379210"/>
                </a:cubicBezTo>
                <a:cubicBezTo>
                  <a:pt x="7471410" y="6275070"/>
                  <a:pt x="7258050" y="6176010"/>
                  <a:pt x="7072630" y="6051550"/>
                </a:cubicBezTo>
                <a:cubicBezTo>
                  <a:pt x="6885940" y="5925820"/>
                  <a:pt x="6692900" y="5784850"/>
                  <a:pt x="6553200" y="5626100"/>
                </a:cubicBezTo>
                <a:cubicBezTo>
                  <a:pt x="6413500" y="5467350"/>
                  <a:pt x="6299200" y="5283200"/>
                  <a:pt x="6233160" y="5100320"/>
                </a:cubicBezTo>
                <a:cubicBezTo>
                  <a:pt x="6168390" y="4917440"/>
                  <a:pt x="6153150" y="4716780"/>
                  <a:pt x="6159500" y="4526280"/>
                </a:cubicBezTo>
                <a:cubicBezTo>
                  <a:pt x="6165850" y="4335780"/>
                  <a:pt x="6217920" y="4144010"/>
                  <a:pt x="6273800" y="3958590"/>
                </a:cubicBezTo>
                <a:cubicBezTo>
                  <a:pt x="6329680" y="3771900"/>
                  <a:pt x="6405880" y="3590290"/>
                  <a:pt x="6493510" y="3408680"/>
                </a:cubicBezTo>
                <a:cubicBezTo>
                  <a:pt x="6581140" y="3227070"/>
                  <a:pt x="6676390" y="3044190"/>
                  <a:pt x="6802120" y="2871470"/>
                </a:cubicBezTo>
                <a:cubicBezTo>
                  <a:pt x="6926580" y="2697480"/>
                  <a:pt x="7068820" y="2520950"/>
                  <a:pt x="7244080" y="2368550"/>
                </a:cubicBezTo>
                <a:cubicBezTo>
                  <a:pt x="7420610" y="2216150"/>
                  <a:pt x="7631430" y="2071370"/>
                  <a:pt x="7858760" y="1958340"/>
                </a:cubicBezTo>
                <a:cubicBezTo>
                  <a:pt x="8086090" y="1845310"/>
                  <a:pt x="8348980" y="1756410"/>
                  <a:pt x="8609330" y="1689100"/>
                </a:cubicBezTo>
                <a:cubicBezTo>
                  <a:pt x="8869680" y="1623060"/>
                  <a:pt x="9149080" y="1586230"/>
                  <a:pt x="9420860" y="1558290"/>
                </a:cubicBezTo>
                <a:cubicBezTo>
                  <a:pt x="9692640" y="1530350"/>
                  <a:pt x="9968230" y="1521460"/>
                  <a:pt x="10241280" y="1524000"/>
                </a:cubicBezTo>
                <a:cubicBezTo>
                  <a:pt x="10514330" y="1525270"/>
                  <a:pt x="10789920" y="1535430"/>
                  <a:pt x="11059160" y="1567180"/>
                </a:cubicBezTo>
                <a:cubicBezTo>
                  <a:pt x="11328400" y="1598930"/>
                  <a:pt x="11605260" y="1642110"/>
                  <a:pt x="11857990" y="1715770"/>
                </a:cubicBezTo>
                <a:cubicBezTo>
                  <a:pt x="12110720" y="1789430"/>
                  <a:pt x="12362180" y="1889760"/>
                  <a:pt x="12578080" y="2009140"/>
                </a:cubicBezTo>
                <a:cubicBezTo>
                  <a:pt x="12792710" y="2128520"/>
                  <a:pt x="12983210" y="2279650"/>
                  <a:pt x="13148310" y="2433320"/>
                </a:cubicBezTo>
                <a:cubicBezTo>
                  <a:pt x="13314680" y="2585720"/>
                  <a:pt x="13440410" y="2759710"/>
                  <a:pt x="13568680" y="2924810"/>
                </a:cubicBezTo>
                <a:cubicBezTo>
                  <a:pt x="13698220" y="3091180"/>
                  <a:pt x="13801090" y="3258820"/>
                  <a:pt x="13920470" y="3429000"/>
                </a:cubicBezTo>
                <a:cubicBezTo>
                  <a:pt x="14039850" y="3599180"/>
                  <a:pt x="14164310" y="3764280"/>
                  <a:pt x="14284960" y="3947160"/>
                </a:cubicBezTo>
                <a:cubicBezTo>
                  <a:pt x="14404340" y="4130040"/>
                  <a:pt x="14545310" y="4319270"/>
                  <a:pt x="14640560" y="4526280"/>
                </a:cubicBezTo>
                <a:close/>
                <a:moveTo>
                  <a:pt x="15109190" y="4526280"/>
                </a:moveTo>
                <a:cubicBezTo>
                  <a:pt x="15212060" y="4753610"/>
                  <a:pt x="15300960" y="5007610"/>
                  <a:pt x="15312390" y="5252720"/>
                </a:cubicBezTo>
                <a:cubicBezTo>
                  <a:pt x="15322550" y="5497830"/>
                  <a:pt x="15276830" y="5761990"/>
                  <a:pt x="15172690" y="5996940"/>
                </a:cubicBezTo>
                <a:cubicBezTo>
                  <a:pt x="15068550" y="6233160"/>
                  <a:pt x="14890750" y="6464300"/>
                  <a:pt x="14688820" y="6666230"/>
                </a:cubicBezTo>
                <a:cubicBezTo>
                  <a:pt x="14485620" y="6866890"/>
                  <a:pt x="14225270" y="7047230"/>
                  <a:pt x="13958570" y="7202170"/>
                </a:cubicBezTo>
                <a:cubicBezTo>
                  <a:pt x="13691870" y="7357110"/>
                  <a:pt x="13390880" y="7489190"/>
                  <a:pt x="13087350" y="7593330"/>
                </a:cubicBezTo>
                <a:cubicBezTo>
                  <a:pt x="12785090" y="7698740"/>
                  <a:pt x="12461240" y="7781290"/>
                  <a:pt x="12141200" y="7829550"/>
                </a:cubicBezTo>
                <a:cubicBezTo>
                  <a:pt x="11821160" y="7877810"/>
                  <a:pt x="11484610" y="7896860"/>
                  <a:pt x="11168380" y="7882890"/>
                </a:cubicBezTo>
                <a:cubicBezTo>
                  <a:pt x="10852150" y="7867650"/>
                  <a:pt x="10530840" y="7811770"/>
                  <a:pt x="10241280" y="7741920"/>
                </a:cubicBezTo>
                <a:cubicBezTo>
                  <a:pt x="9951720" y="7672070"/>
                  <a:pt x="9681210" y="7561580"/>
                  <a:pt x="9431020" y="7459980"/>
                </a:cubicBezTo>
                <a:cubicBezTo>
                  <a:pt x="9180830" y="7358380"/>
                  <a:pt x="8962390" y="7239000"/>
                  <a:pt x="8740140" y="7134860"/>
                </a:cubicBezTo>
                <a:cubicBezTo>
                  <a:pt x="8517890" y="7031990"/>
                  <a:pt x="8314690" y="6935470"/>
                  <a:pt x="8096250" y="6837680"/>
                </a:cubicBezTo>
                <a:cubicBezTo>
                  <a:pt x="7877810" y="6739890"/>
                  <a:pt x="7650480" y="6658610"/>
                  <a:pt x="7428230" y="6551930"/>
                </a:cubicBezTo>
                <a:cubicBezTo>
                  <a:pt x="7205980" y="6445250"/>
                  <a:pt x="6964680" y="6337300"/>
                  <a:pt x="6764020" y="6198870"/>
                </a:cubicBezTo>
                <a:cubicBezTo>
                  <a:pt x="6563360" y="6061710"/>
                  <a:pt x="6365240" y="5900420"/>
                  <a:pt x="6225540" y="5723890"/>
                </a:cubicBezTo>
                <a:cubicBezTo>
                  <a:pt x="6085840" y="5548630"/>
                  <a:pt x="5984240" y="5344160"/>
                  <a:pt x="5924550" y="5144770"/>
                </a:cubicBezTo>
                <a:cubicBezTo>
                  <a:pt x="5866130" y="4945380"/>
                  <a:pt x="5861050" y="4730750"/>
                  <a:pt x="5871210" y="4526280"/>
                </a:cubicBezTo>
                <a:cubicBezTo>
                  <a:pt x="5880100" y="4321810"/>
                  <a:pt x="5928360" y="4117340"/>
                  <a:pt x="5980430" y="3916680"/>
                </a:cubicBezTo>
                <a:cubicBezTo>
                  <a:pt x="6033770" y="3714750"/>
                  <a:pt x="6099810" y="3515360"/>
                  <a:pt x="6187440" y="3317240"/>
                </a:cubicBezTo>
                <a:cubicBezTo>
                  <a:pt x="6275070" y="3119120"/>
                  <a:pt x="6370320" y="2917190"/>
                  <a:pt x="6504940" y="2729230"/>
                </a:cubicBezTo>
                <a:cubicBezTo>
                  <a:pt x="6640830" y="2541270"/>
                  <a:pt x="6800850" y="2350770"/>
                  <a:pt x="6997700" y="2190750"/>
                </a:cubicBezTo>
                <a:cubicBezTo>
                  <a:pt x="7193280" y="2030730"/>
                  <a:pt x="7430770" y="1883410"/>
                  <a:pt x="7680960" y="1767840"/>
                </a:cubicBezTo>
                <a:cubicBezTo>
                  <a:pt x="7931150" y="1651000"/>
                  <a:pt x="8216900" y="1564640"/>
                  <a:pt x="8497570" y="1494790"/>
                </a:cubicBezTo>
                <a:cubicBezTo>
                  <a:pt x="8778240" y="1424940"/>
                  <a:pt x="9072880" y="1383030"/>
                  <a:pt x="9363710" y="1350010"/>
                </a:cubicBezTo>
                <a:cubicBezTo>
                  <a:pt x="9654540" y="1316990"/>
                  <a:pt x="9947910" y="1299210"/>
                  <a:pt x="10241280" y="1296670"/>
                </a:cubicBezTo>
                <a:cubicBezTo>
                  <a:pt x="10534650" y="1294130"/>
                  <a:pt x="10833100" y="1297940"/>
                  <a:pt x="11123930" y="1333500"/>
                </a:cubicBezTo>
                <a:cubicBezTo>
                  <a:pt x="11413490" y="1367790"/>
                  <a:pt x="11710670" y="1419860"/>
                  <a:pt x="11979910" y="1504950"/>
                </a:cubicBezTo>
                <a:cubicBezTo>
                  <a:pt x="12247880" y="1588770"/>
                  <a:pt x="12509500" y="1706880"/>
                  <a:pt x="12734290" y="1840230"/>
                </a:cubicBezTo>
                <a:cubicBezTo>
                  <a:pt x="12959080" y="1972310"/>
                  <a:pt x="13153390" y="2139950"/>
                  <a:pt x="13329920" y="2302510"/>
                </a:cubicBezTo>
                <a:cubicBezTo>
                  <a:pt x="13506450" y="2465070"/>
                  <a:pt x="13646150" y="2644140"/>
                  <a:pt x="13796010" y="2815590"/>
                </a:cubicBezTo>
                <a:cubicBezTo>
                  <a:pt x="13947140" y="2988310"/>
                  <a:pt x="14083030" y="3157220"/>
                  <a:pt x="14232890" y="3336290"/>
                </a:cubicBezTo>
                <a:cubicBezTo>
                  <a:pt x="14382750" y="3515360"/>
                  <a:pt x="14547850" y="3690620"/>
                  <a:pt x="14693900" y="3888740"/>
                </a:cubicBezTo>
                <a:cubicBezTo>
                  <a:pt x="14839950" y="4086860"/>
                  <a:pt x="15006320" y="4298950"/>
                  <a:pt x="15109190" y="4526280"/>
                </a:cubicBezTo>
                <a:close/>
                <a:moveTo>
                  <a:pt x="15591790" y="4526280"/>
                </a:moveTo>
                <a:cubicBezTo>
                  <a:pt x="15694660" y="4775200"/>
                  <a:pt x="15767050" y="5053330"/>
                  <a:pt x="15758160" y="5316220"/>
                </a:cubicBezTo>
                <a:cubicBezTo>
                  <a:pt x="15749270" y="5579110"/>
                  <a:pt x="15667990" y="5858510"/>
                  <a:pt x="15537180" y="6106160"/>
                </a:cubicBezTo>
                <a:cubicBezTo>
                  <a:pt x="15406370" y="6353810"/>
                  <a:pt x="15199360" y="6593840"/>
                  <a:pt x="14972030" y="6802120"/>
                </a:cubicBezTo>
                <a:cubicBezTo>
                  <a:pt x="14745970" y="7011670"/>
                  <a:pt x="14465300" y="7199630"/>
                  <a:pt x="14178280" y="7360920"/>
                </a:cubicBezTo>
                <a:cubicBezTo>
                  <a:pt x="13891260" y="7522210"/>
                  <a:pt x="13573760" y="7661910"/>
                  <a:pt x="13251180" y="7768590"/>
                </a:cubicBezTo>
                <a:cubicBezTo>
                  <a:pt x="12927330" y="7876540"/>
                  <a:pt x="12581890" y="7960360"/>
                  <a:pt x="12241530" y="8003540"/>
                </a:cubicBezTo>
                <a:cubicBezTo>
                  <a:pt x="11902440" y="8047990"/>
                  <a:pt x="11544300" y="8056880"/>
                  <a:pt x="11210290" y="8034020"/>
                </a:cubicBezTo>
                <a:cubicBezTo>
                  <a:pt x="10876280" y="8011160"/>
                  <a:pt x="10543540" y="7942580"/>
                  <a:pt x="10241280" y="7866380"/>
                </a:cubicBezTo>
                <a:cubicBezTo>
                  <a:pt x="9939020" y="7791450"/>
                  <a:pt x="9662160" y="7678420"/>
                  <a:pt x="9398000" y="7580630"/>
                </a:cubicBezTo>
                <a:cubicBezTo>
                  <a:pt x="9132570" y="7484110"/>
                  <a:pt x="8900160" y="7376160"/>
                  <a:pt x="8655050" y="7282180"/>
                </a:cubicBezTo>
                <a:cubicBezTo>
                  <a:pt x="8411210" y="7188200"/>
                  <a:pt x="8176260" y="7109460"/>
                  <a:pt x="7928610" y="7018020"/>
                </a:cubicBezTo>
                <a:cubicBezTo>
                  <a:pt x="7682230" y="6926580"/>
                  <a:pt x="7418070" y="6847840"/>
                  <a:pt x="7171690" y="6736080"/>
                </a:cubicBezTo>
                <a:cubicBezTo>
                  <a:pt x="6925310" y="6625590"/>
                  <a:pt x="6662420" y="6502400"/>
                  <a:pt x="6451600" y="6348730"/>
                </a:cubicBezTo>
                <a:cubicBezTo>
                  <a:pt x="6242050" y="6196330"/>
                  <a:pt x="6046470" y="6012180"/>
                  <a:pt x="5909310" y="5817870"/>
                </a:cubicBezTo>
                <a:cubicBezTo>
                  <a:pt x="5773420" y="5624830"/>
                  <a:pt x="5685790" y="5401310"/>
                  <a:pt x="5631180" y="5186680"/>
                </a:cubicBezTo>
                <a:cubicBezTo>
                  <a:pt x="5576570" y="4970780"/>
                  <a:pt x="5576570" y="4744720"/>
                  <a:pt x="5584190" y="4526280"/>
                </a:cubicBezTo>
                <a:cubicBezTo>
                  <a:pt x="5590540" y="4307840"/>
                  <a:pt x="5628640" y="4089400"/>
                  <a:pt x="5675630" y="3872230"/>
                </a:cubicBezTo>
                <a:cubicBezTo>
                  <a:pt x="5722620" y="3655060"/>
                  <a:pt x="5777230" y="3436620"/>
                  <a:pt x="5866130" y="3221990"/>
                </a:cubicBezTo>
                <a:cubicBezTo>
                  <a:pt x="5955030" y="3007360"/>
                  <a:pt x="6056630" y="2785110"/>
                  <a:pt x="6205220" y="2584450"/>
                </a:cubicBezTo>
                <a:cubicBezTo>
                  <a:pt x="6353810" y="2383790"/>
                  <a:pt x="6539230" y="2184400"/>
                  <a:pt x="6756400" y="2018030"/>
                </a:cubicBezTo>
                <a:cubicBezTo>
                  <a:pt x="6974840" y="1850390"/>
                  <a:pt x="7239000" y="1703070"/>
                  <a:pt x="7510780" y="1584960"/>
                </a:cubicBezTo>
                <a:cubicBezTo>
                  <a:pt x="7782560" y="1465580"/>
                  <a:pt x="8087360" y="1376680"/>
                  <a:pt x="8387080" y="1303020"/>
                </a:cubicBezTo>
                <a:cubicBezTo>
                  <a:pt x="8685530" y="1228090"/>
                  <a:pt x="8996680" y="1178560"/>
                  <a:pt x="9305290" y="1137920"/>
                </a:cubicBezTo>
                <a:cubicBezTo>
                  <a:pt x="9613900" y="1098550"/>
                  <a:pt x="9927590" y="1069340"/>
                  <a:pt x="10241280" y="1062990"/>
                </a:cubicBezTo>
                <a:cubicBezTo>
                  <a:pt x="10554970" y="1055370"/>
                  <a:pt x="10878820" y="1059180"/>
                  <a:pt x="11187430" y="1099820"/>
                </a:cubicBezTo>
                <a:cubicBezTo>
                  <a:pt x="11497310" y="1139190"/>
                  <a:pt x="11813540" y="1205230"/>
                  <a:pt x="12095480" y="1303020"/>
                </a:cubicBezTo>
                <a:cubicBezTo>
                  <a:pt x="12378690" y="1399540"/>
                  <a:pt x="12646660" y="1535430"/>
                  <a:pt x="12881610" y="1681480"/>
                </a:cubicBezTo>
                <a:cubicBezTo>
                  <a:pt x="13117830" y="1826260"/>
                  <a:pt x="13315950" y="2004060"/>
                  <a:pt x="13508990" y="2172970"/>
                </a:cubicBezTo>
                <a:cubicBezTo>
                  <a:pt x="13702030" y="2343150"/>
                  <a:pt x="13863320" y="2520950"/>
                  <a:pt x="14041120" y="2697480"/>
                </a:cubicBezTo>
                <a:cubicBezTo>
                  <a:pt x="14220190" y="2874010"/>
                  <a:pt x="14396720" y="3044190"/>
                  <a:pt x="14579600" y="3232150"/>
                </a:cubicBezTo>
                <a:cubicBezTo>
                  <a:pt x="14762480" y="3420110"/>
                  <a:pt x="14969490" y="3609340"/>
                  <a:pt x="15138400" y="3825240"/>
                </a:cubicBezTo>
                <a:cubicBezTo>
                  <a:pt x="15307310" y="4041140"/>
                  <a:pt x="15488920" y="4277360"/>
                  <a:pt x="15591790" y="4526280"/>
                </a:cubicBezTo>
                <a:close/>
              </a:path>
            </a:pathLst>
          </a:custGeom>
          <a:noFill/>
          <a:ln w="9525">
            <a:solidFill>
              <a:schemeClr val="tx1">
                <a:alpha val="8500"/>
              </a:schemeClr>
            </a:solidFill>
            <a:prstDash val="solid"/>
            <a:round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Decoration"/>
          <p:cNvSpPr/>
          <p:nvPr/>
        </p:nvSpPr>
        <p:spPr>
          <a:xfrm>
            <a:off x="942340" y="3669030"/>
            <a:ext cx="1422400" cy="508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853440" y="2057400"/>
            <a:ext cx="10485120" cy="1508760"/>
          </a:xfrm>
        </p:spPr>
        <p:txBody>
          <a:bodyPr wrap="square" lIns="91440" tIns="45720" rIns="91440" bIns="45720" anchor="b" rtlCol="0">
            <a:normAutofit/>
          </a:bodyPr>
          <a:lstStyle>
            <a:lvl1pPr marL="0" indent="0" algn="l">
              <a:buNone/>
              <a:defRPr sz="5400" b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853440" y="3840480"/>
            <a:ext cx="10485120" cy="1097280"/>
          </a:xfrm>
        </p:spPr>
        <p:txBody>
          <a:bodyPr wrap="square" lIns="91440" tIns="45720" rIns="91440" bIns="45720" anchor="t" rtlCol="0">
            <a:normAutofit/>
          </a:bodyPr>
          <a:lstStyle>
            <a:lvl1pPr marL="0" indent="0" algn="l">
              <a:buNone/>
              <a:defRPr sz="22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Click to add subtitle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853440" y="6426200"/>
            <a:ext cx="2682240" cy="279400"/>
          </a:xfrm>
        </p:spPr>
        <p:txBody>
          <a:bodyPr lIns="0" tIns="0" rIns="0" bIns="0" anchor="t"/>
          <a:lstStyle>
            <a:lvl1pPr algn="l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l"/>
            <a:fld id="{4F6F19AB-0F0C-61E1-75C0-0F3AFE032B0F}" type="datetime1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10/14/2026</a:t>
            </a:fld>
            <a:endParaRPr lang="en-US" sz="1050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3657600" y="6426200"/>
            <a:ext cx="4876800" cy="279400"/>
          </a:xfrm>
        </p:spPr>
        <p:txBody>
          <a:bodyPr lIns="0" tIns="0" rIns="0" bIns="0" anchor="t"/>
          <a:lstStyle>
            <a:lvl1pPr algn="ct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ctr"/>
            <a:endParaRPr lang="en-US" sz="1050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8656320" y="6426200"/>
            <a:ext cx="2682240" cy="279400"/>
          </a:xfrm>
        </p:spPr>
        <p:txBody>
          <a:bodyPr lIns="0" tIns="0" rIns="0" bIns="0" anchor="t"/>
          <a:lstStyle>
            <a:lvl1pPr algn="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r"/>
            <a:fld id="{47A222C1-EC87-DB68-4933-D8C7E52D87A0}" type="slidenum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0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 flip="none" rotWithShape="1">
          <a:gsLst>
            <a:gs pos="0">
              <a:schemeClr val="bg2"/>
            </a:gs>
            <a:gs pos="45000">
              <a:schemeClr val="bg1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"/>
          <p:cNvSpPr/>
          <p:nvPr/>
        </p:nvSpPr>
        <p:spPr>
          <a:xfrm>
            <a:off x="-2926080" y="-4937760"/>
            <a:ext cx="8046720" cy="804672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16000"/>
                </a:schemeClr>
              </a:gs>
              <a:gs pos="37400">
                <a:schemeClr val="accent1">
                  <a:alpha val="7200"/>
                </a:scheme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Decoration"/>
          <p:cNvSpPr/>
          <p:nvPr/>
        </p:nvSpPr>
        <p:spPr>
          <a:xfrm>
            <a:off x="8046720" y="-5486400"/>
            <a:ext cx="7559040" cy="7559040"/>
          </a:xfrm>
          <a:prstGeom prst="ellipse">
            <a:avLst/>
          </a:prstGeom>
          <a:gradFill flip="none" rotWithShape="1">
            <a:gsLst>
              <a:gs pos="0">
                <a:schemeClr val="accent2">
                  <a:alpha val="13000"/>
                </a:schemeClr>
              </a:gs>
              <a:gs pos="37400">
                <a:schemeClr val="accent2">
                  <a:alpha val="5850"/>
                </a:schemeClr>
              </a:gs>
              <a:gs pos="68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Decoration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833350" y="7132320"/>
                </a:moveTo>
                <a:cubicBezTo>
                  <a:pt x="12837160" y="7150100"/>
                  <a:pt x="12835890" y="7170420"/>
                  <a:pt x="12832080" y="7189470"/>
                </a:cubicBezTo>
                <a:cubicBezTo>
                  <a:pt x="12827000" y="7207250"/>
                  <a:pt x="12818110" y="7226300"/>
                  <a:pt x="12807950" y="7242810"/>
                </a:cubicBezTo>
                <a:cubicBezTo>
                  <a:pt x="12796520" y="7260590"/>
                  <a:pt x="12783820" y="7277100"/>
                  <a:pt x="12768580" y="7292340"/>
                </a:cubicBezTo>
                <a:cubicBezTo>
                  <a:pt x="12754610" y="7308850"/>
                  <a:pt x="12739370" y="7324090"/>
                  <a:pt x="12722860" y="7339330"/>
                </a:cubicBezTo>
                <a:cubicBezTo>
                  <a:pt x="12706350" y="7354570"/>
                  <a:pt x="12688570" y="7369810"/>
                  <a:pt x="12669520" y="7383780"/>
                </a:cubicBezTo>
                <a:cubicBezTo>
                  <a:pt x="12649200" y="7396480"/>
                  <a:pt x="12626340" y="7410450"/>
                  <a:pt x="12602210" y="7420610"/>
                </a:cubicBezTo>
                <a:cubicBezTo>
                  <a:pt x="12576810" y="7430770"/>
                  <a:pt x="12548870" y="7438390"/>
                  <a:pt x="12520930" y="7442200"/>
                </a:cubicBezTo>
                <a:cubicBezTo>
                  <a:pt x="12494260" y="7444740"/>
                  <a:pt x="12463780" y="7444740"/>
                  <a:pt x="12435840" y="7440930"/>
                </a:cubicBezTo>
                <a:cubicBezTo>
                  <a:pt x="12407900" y="7437120"/>
                  <a:pt x="12381230" y="7429500"/>
                  <a:pt x="12355830" y="7420610"/>
                </a:cubicBezTo>
                <a:cubicBezTo>
                  <a:pt x="12331700" y="7412990"/>
                  <a:pt x="12308840" y="7401560"/>
                  <a:pt x="12287250" y="7390130"/>
                </a:cubicBezTo>
                <a:cubicBezTo>
                  <a:pt x="12265660" y="7378700"/>
                  <a:pt x="12246610" y="7367270"/>
                  <a:pt x="12228830" y="7355840"/>
                </a:cubicBezTo>
                <a:cubicBezTo>
                  <a:pt x="12211050" y="7343140"/>
                  <a:pt x="12193270" y="7331710"/>
                  <a:pt x="12178030" y="7317740"/>
                </a:cubicBezTo>
                <a:cubicBezTo>
                  <a:pt x="12162790" y="7305040"/>
                  <a:pt x="12147550" y="7291070"/>
                  <a:pt x="12136120" y="7277100"/>
                </a:cubicBezTo>
                <a:cubicBezTo>
                  <a:pt x="12123420" y="7261860"/>
                  <a:pt x="12113260" y="7246620"/>
                  <a:pt x="12105640" y="7230110"/>
                </a:cubicBezTo>
                <a:cubicBezTo>
                  <a:pt x="12098020" y="7214870"/>
                  <a:pt x="12092940" y="7198360"/>
                  <a:pt x="12089130" y="7181850"/>
                </a:cubicBezTo>
                <a:cubicBezTo>
                  <a:pt x="12085320" y="7165340"/>
                  <a:pt x="12084050" y="7148830"/>
                  <a:pt x="12082780" y="7132320"/>
                </a:cubicBezTo>
                <a:cubicBezTo>
                  <a:pt x="12081510" y="7115810"/>
                  <a:pt x="12080240" y="7099300"/>
                  <a:pt x="12082780" y="7081520"/>
                </a:cubicBezTo>
                <a:cubicBezTo>
                  <a:pt x="12085320" y="7065010"/>
                  <a:pt x="12087860" y="7047230"/>
                  <a:pt x="12095480" y="7030720"/>
                </a:cubicBezTo>
                <a:cubicBezTo>
                  <a:pt x="12101830" y="7014210"/>
                  <a:pt x="12111990" y="6997700"/>
                  <a:pt x="12125960" y="6983730"/>
                </a:cubicBezTo>
                <a:cubicBezTo>
                  <a:pt x="12139930" y="6969760"/>
                  <a:pt x="12158980" y="6957060"/>
                  <a:pt x="12179300" y="6948170"/>
                </a:cubicBezTo>
                <a:cubicBezTo>
                  <a:pt x="12199620" y="6939280"/>
                  <a:pt x="12225020" y="6932930"/>
                  <a:pt x="12247880" y="6929120"/>
                </a:cubicBezTo>
                <a:cubicBezTo>
                  <a:pt x="12270740" y="6925310"/>
                  <a:pt x="12294870" y="6925310"/>
                  <a:pt x="12316460" y="6925310"/>
                </a:cubicBezTo>
                <a:cubicBezTo>
                  <a:pt x="12339320" y="6925310"/>
                  <a:pt x="12359640" y="6926580"/>
                  <a:pt x="12378690" y="6927850"/>
                </a:cubicBezTo>
                <a:cubicBezTo>
                  <a:pt x="12399010" y="6927850"/>
                  <a:pt x="12416790" y="6927850"/>
                  <a:pt x="12435840" y="6927850"/>
                </a:cubicBezTo>
                <a:cubicBezTo>
                  <a:pt x="12454890" y="6927850"/>
                  <a:pt x="12472670" y="6926580"/>
                  <a:pt x="12492990" y="6926580"/>
                </a:cubicBezTo>
                <a:cubicBezTo>
                  <a:pt x="12512040" y="6927850"/>
                  <a:pt x="12532360" y="6927850"/>
                  <a:pt x="12552680" y="6930390"/>
                </a:cubicBezTo>
                <a:cubicBezTo>
                  <a:pt x="12571730" y="6932930"/>
                  <a:pt x="12593320" y="6936740"/>
                  <a:pt x="12612370" y="6941820"/>
                </a:cubicBezTo>
                <a:cubicBezTo>
                  <a:pt x="12631420" y="6948170"/>
                  <a:pt x="12650470" y="6955790"/>
                  <a:pt x="12668250" y="6964680"/>
                </a:cubicBezTo>
                <a:cubicBezTo>
                  <a:pt x="12687300" y="6973570"/>
                  <a:pt x="12705080" y="6983730"/>
                  <a:pt x="12721590" y="6995160"/>
                </a:cubicBezTo>
                <a:cubicBezTo>
                  <a:pt x="12738100" y="7006590"/>
                  <a:pt x="12754610" y="7019290"/>
                  <a:pt x="12769850" y="7033260"/>
                </a:cubicBezTo>
                <a:cubicBezTo>
                  <a:pt x="12785090" y="7047230"/>
                  <a:pt x="12799060" y="7062470"/>
                  <a:pt x="12810490" y="7078980"/>
                </a:cubicBezTo>
                <a:cubicBezTo>
                  <a:pt x="12820650" y="7095490"/>
                  <a:pt x="12829540" y="7114540"/>
                  <a:pt x="12833350" y="7132320"/>
                </a:cubicBezTo>
                <a:close/>
                <a:moveTo>
                  <a:pt x="13130530" y="7132320"/>
                </a:moveTo>
                <a:cubicBezTo>
                  <a:pt x="13134340" y="7164070"/>
                  <a:pt x="13130530" y="7198360"/>
                  <a:pt x="13121640" y="7230110"/>
                </a:cubicBezTo>
                <a:cubicBezTo>
                  <a:pt x="13112750" y="7263130"/>
                  <a:pt x="13096240" y="7293610"/>
                  <a:pt x="13078460" y="7324090"/>
                </a:cubicBezTo>
                <a:cubicBezTo>
                  <a:pt x="13060680" y="7354570"/>
                  <a:pt x="13037820" y="7382510"/>
                  <a:pt x="13014960" y="7411720"/>
                </a:cubicBezTo>
                <a:cubicBezTo>
                  <a:pt x="12992100" y="7439660"/>
                  <a:pt x="12967970" y="7467600"/>
                  <a:pt x="12940030" y="7495540"/>
                </a:cubicBezTo>
                <a:cubicBezTo>
                  <a:pt x="12910820" y="7522210"/>
                  <a:pt x="12881610" y="7550150"/>
                  <a:pt x="12846050" y="7574280"/>
                </a:cubicBezTo>
                <a:cubicBezTo>
                  <a:pt x="12810490" y="7597140"/>
                  <a:pt x="12769850" y="7620000"/>
                  <a:pt x="12725400" y="7635240"/>
                </a:cubicBezTo>
                <a:cubicBezTo>
                  <a:pt x="12682220" y="7651750"/>
                  <a:pt x="12631420" y="7661910"/>
                  <a:pt x="12583160" y="7665720"/>
                </a:cubicBezTo>
                <a:cubicBezTo>
                  <a:pt x="12534900" y="7669530"/>
                  <a:pt x="12482830" y="7665720"/>
                  <a:pt x="12435840" y="7658100"/>
                </a:cubicBezTo>
                <a:cubicBezTo>
                  <a:pt x="12388850" y="7650480"/>
                  <a:pt x="12343130" y="7636510"/>
                  <a:pt x="12301220" y="7621270"/>
                </a:cubicBezTo>
                <a:cubicBezTo>
                  <a:pt x="12258040" y="7607300"/>
                  <a:pt x="12219940" y="7589520"/>
                  <a:pt x="12183110" y="7570470"/>
                </a:cubicBezTo>
                <a:cubicBezTo>
                  <a:pt x="12146280" y="7552690"/>
                  <a:pt x="12113260" y="7534910"/>
                  <a:pt x="12081510" y="7514590"/>
                </a:cubicBezTo>
                <a:cubicBezTo>
                  <a:pt x="12048490" y="7495540"/>
                  <a:pt x="12018010" y="7475220"/>
                  <a:pt x="11991340" y="7452360"/>
                </a:cubicBezTo>
                <a:cubicBezTo>
                  <a:pt x="11963400" y="7430770"/>
                  <a:pt x="11938000" y="7406640"/>
                  <a:pt x="11917680" y="7381240"/>
                </a:cubicBezTo>
                <a:cubicBezTo>
                  <a:pt x="11897360" y="7355840"/>
                  <a:pt x="11880850" y="7329170"/>
                  <a:pt x="11866880" y="7302500"/>
                </a:cubicBezTo>
                <a:cubicBezTo>
                  <a:pt x="11854180" y="7274560"/>
                  <a:pt x="11844020" y="7246620"/>
                  <a:pt x="11836400" y="7218680"/>
                </a:cubicBezTo>
                <a:cubicBezTo>
                  <a:pt x="11828780" y="7189470"/>
                  <a:pt x="11823700" y="7161530"/>
                  <a:pt x="11819890" y="7132320"/>
                </a:cubicBezTo>
                <a:cubicBezTo>
                  <a:pt x="11817350" y="7103110"/>
                  <a:pt x="11813540" y="7073900"/>
                  <a:pt x="11817350" y="7043420"/>
                </a:cubicBezTo>
                <a:cubicBezTo>
                  <a:pt x="11821160" y="7014210"/>
                  <a:pt x="11826240" y="6982460"/>
                  <a:pt x="11840210" y="6954520"/>
                </a:cubicBezTo>
                <a:cubicBezTo>
                  <a:pt x="11854180" y="6926580"/>
                  <a:pt x="11875770" y="6898640"/>
                  <a:pt x="11902440" y="6875780"/>
                </a:cubicBezTo>
                <a:cubicBezTo>
                  <a:pt x="11929110" y="6852920"/>
                  <a:pt x="11965940" y="6833870"/>
                  <a:pt x="12001500" y="6819900"/>
                </a:cubicBezTo>
                <a:cubicBezTo>
                  <a:pt x="12038330" y="6805930"/>
                  <a:pt x="12081510" y="6798310"/>
                  <a:pt x="12120880" y="6791960"/>
                </a:cubicBezTo>
                <a:cubicBezTo>
                  <a:pt x="12158980" y="6786880"/>
                  <a:pt x="12199620" y="6786880"/>
                  <a:pt x="12236450" y="6784340"/>
                </a:cubicBezTo>
                <a:cubicBezTo>
                  <a:pt x="12272010" y="6783070"/>
                  <a:pt x="12306300" y="6784340"/>
                  <a:pt x="12339320" y="6783070"/>
                </a:cubicBezTo>
                <a:cubicBezTo>
                  <a:pt x="12372340" y="6780530"/>
                  <a:pt x="12402820" y="6777990"/>
                  <a:pt x="12435840" y="6776720"/>
                </a:cubicBezTo>
                <a:cubicBezTo>
                  <a:pt x="12468860" y="6774180"/>
                  <a:pt x="12501880" y="6770370"/>
                  <a:pt x="12536170" y="6770370"/>
                </a:cubicBezTo>
                <a:cubicBezTo>
                  <a:pt x="12570460" y="6770370"/>
                  <a:pt x="12606020" y="6770370"/>
                  <a:pt x="12641580" y="6775450"/>
                </a:cubicBezTo>
                <a:cubicBezTo>
                  <a:pt x="12675870" y="6780530"/>
                  <a:pt x="12711430" y="6788150"/>
                  <a:pt x="12745720" y="6798310"/>
                </a:cubicBezTo>
                <a:cubicBezTo>
                  <a:pt x="12780010" y="6808470"/>
                  <a:pt x="12813030" y="6821170"/>
                  <a:pt x="12846050" y="6836410"/>
                </a:cubicBezTo>
                <a:cubicBezTo>
                  <a:pt x="12879070" y="6851650"/>
                  <a:pt x="12910820" y="6869430"/>
                  <a:pt x="12941300" y="6889750"/>
                </a:cubicBezTo>
                <a:cubicBezTo>
                  <a:pt x="12971780" y="6908800"/>
                  <a:pt x="13002260" y="6930390"/>
                  <a:pt x="13027660" y="6955790"/>
                </a:cubicBezTo>
                <a:cubicBezTo>
                  <a:pt x="13054330" y="6979920"/>
                  <a:pt x="13079730" y="7007860"/>
                  <a:pt x="13097510" y="7037070"/>
                </a:cubicBezTo>
                <a:cubicBezTo>
                  <a:pt x="13114020" y="7067550"/>
                  <a:pt x="13126720" y="7100570"/>
                  <a:pt x="13130530" y="7132320"/>
                </a:cubicBezTo>
                <a:close/>
                <a:moveTo>
                  <a:pt x="13430250" y="7132320"/>
                </a:moveTo>
                <a:cubicBezTo>
                  <a:pt x="13432790" y="7178040"/>
                  <a:pt x="13423900" y="7226300"/>
                  <a:pt x="13409930" y="7272020"/>
                </a:cubicBezTo>
                <a:cubicBezTo>
                  <a:pt x="13397230" y="7317740"/>
                  <a:pt x="13373100" y="7360920"/>
                  <a:pt x="13348970" y="7404100"/>
                </a:cubicBezTo>
                <a:cubicBezTo>
                  <a:pt x="13324840" y="7448550"/>
                  <a:pt x="13296900" y="7489190"/>
                  <a:pt x="13266420" y="7531100"/>
                </a:cubicBezTo>
                <a:cubicBezTo>
                  <a:pt x="13234670" y="7573010"/>
                  <a:pt x="13202920" y="7616190"/>
                  <a:pt x="13162280" y="7655560"/>
                </a:cubicBezTo>
                <a:cubicBezTo>
                  <a:pt x="13122910" y="7694930"/>
                  <a:pt x="13078460" y="7736840"/>
                  <a:pt x="13026390" y="7768590"/>
                </a:cubicBezTo>
                <a:cubicBezTo>
                  <a:pt x="12974320" y="7801610"/>
                  <a:pt x="12913360" y="7832090"/>
                  <a:pt x="12849860" y="7851140"/>
                </a:cubicBezTo>
                <a:cubicBezTo>
                  <a:pt x="12785090" y="7870190"/>
                  <a:pt x="12712700" y="7881620"/>
                  <a:pt x="12642850" y="7884160"/>
                </a:cubicBezTo>
                <a:cubicBezTo>
                  <a:pt x="12574270" y="7886700"/>
                  <a:pt x="12501880" y="7877810"/>
                  <a:pt x="12435840" y="7866380"/>
                </a:cubicBezTo>
                <a:cubicBezTo>
                  <a:pt x="12369800" y="7853680"/>
                  <a:pt x="12306300" y="7833360"/>
                  <a:pt x="12247880" y="7814310"/>
                </a:cubicBezTo>
                <a:cubicBezTo>
                  <a:pt x="12188190" y="7793990"/>
                  <a:pt x="12134850" y="7771130"/>
                  <a:pt x="12082780" y="7747000"/>
                </a:cubicBezTo>
                <a:cubicBezTo>
                  <a:pt x="12029440" y="7722870"/>
                  <a:pt x="11981180" y="7698740"/>
                  <a:pt x="11934190" y="7672070"/>
                </a:cubicBezTo>
                <a:cubicBezTo>
                  <a:pt x="11888470" y="7645400"/>
                  <a:pt x="11844020" y="7617460"/>
                  <a:pt x="11804650" y="7585710"/>
                </a:cubicBezTo>
                <a:cubicBezTo>
                  <a:pt x="11766550" y="7555230"/>
                  <a:pt x="11730990" y="7520940"/>
                  <a:pt x="11701780" y="7485380"/>
                </a:cubicBezTo>
                <a:cubicBezTo>
                  <a:pt x="11672570" y="7449820"/>
                  <a:pt x="11649710" y="7411720"/>
                  <a:pt x="11629390" y="7372350"/>
                </a:cubicBezTo>
                <a:cubicBezTo>
                  <a:pt x="11610340" y="7334250"/>
                  <a:pt x="11595100" y="7294880"/>
                  <a:pt x="11582400" y="7254240"/>
                </a:cubicBezTo>
                <a:cubicBezTo>
                  <a:pt x="11569700" y="7214870"/>
                  <a:pt x="11558270" y="7174230"/>
                  <a:pt x="11551920" y="7132320"/>
                </a:cubicBezTo>
                <a:cubicBezTo>
                  <a:pt x="11545570" y="7090410"/>
                  <a:pt x="11540490" y="7047230"/>
                  <a:pt x="11546840" y="7005320"/>
                </a:cubicBezTo>
                <a:cubicBezTo>
                  <a:pt x="11551920" y="6962140"/>
                  <a:pt x="11563350" y="6917690"/>
                  <a:pt x="11586210" y="6879590"/>
                </a:cubicBezTo>
                <a:cubicBezTo>
                  <a:pt x="11610340" y="6840220"/>
                  <a:pt x="11644630" y="6802120"/>
                  <a:pt x="11686540" y="6771640"/>
                </a:cubicBezTo>
                <a:cubicBezTo>
                  <a:pt x="11728450" y="6742430"/>
                  <a:pt x="11783060" y="6718300"/>
                  <a:pt x="11835130" y="6700520"/>
                </a:cubicBezTo>
                <a:cubicBezTo>
                  <a:pt x="11888470" y="6682740"/>
                  <a:pt x="11948160" y="6673850"/>
                  <a:pt x="12002770" y="6664960"/>
                </a:cubicBezTo>
                <a:cubicBezTo>
                  <a:pt x="12056110" y="6657340"/>
                  <a:pt x="12109450" y="6656070"/>
                  <a:pt x="12158980" y="6650990"/>
                </a:cubicBezTo>
                <a:cubicBezTo>
                  <a:pt x="12208510" y="6647180"/>
                  <a:pt x="12252960" y="6643370"/>
                  <a:pt x="12298680" y="6638290"/>
                </a:cubicBezTo>
                <a:cubicBezTo>
                  <a:pt x="12345670" y="6631940"/>
                  <a:pt x="12388850" y="6624320"/>
                  <a:pt x="12435840" y="6619240"/>
                </a:cubicBezTo>
                <a:cubicBezTo>
                  <a:pt x="12482830" y="6614160"/>
                  <a:pt x="12531090" y="6607810"/>
                  <a:pt x="12580620" y="6607810"/>
                </a:cubicBezTo>
                <a:cubicBezTo>
                  <a:pt x="12630150" y="6606540"/>
                  <a:pt x="12682220" y="6609080"/>
                  <a:pt x="12733020" y="6615430"/>
                </a:cubicBezTo>
                <a:cubicBezTo>
                  <a:pt x="12783820" y="6623050"/>
                  <a:pt x="12834620" y="6634480"/>
                  <a:pt x="12884150" y="6649720"/>
                </a:cubicBezTo>
                <a:cubicBezTo>
                  <a:pt x="12933680" y="6663690"/>
                  <a:pt x="12981940" y="6682740"/>
                  <a:pt x="13030200" y="6704330"/>
                </a:cubicBezTo>
                <a:cubicBezTo>
                  <a:pt x="13077190" y="6725920"/>
                  <a:pt x="13125450" y="6750050"/>
                  <a:pt x="13169900" y="6779260"/>
                </a:cubicBezTo>
                <a:cubicBezTo>
                  <a:pt x="13214350" y="6807200"/>
                  <a:pt x="13260070" y="6838950"/>
                  <a:pt x="13296900" y="6875780"/>
                </a:cubicBezTo>
                <a:cubicBezTo>
                  <a:pt x="13333730" y="6911340"/>
                  <a:pt x="13369290" y="6953250"/>
                  <a:pt x="13390880" y="6995160"/>
                </a:cubicBezTo>
                <a:cubicBezTo>
                  <a:pt x="13413740" y="7038340"/>
                  <a:pt x="13426440" y="7086600"/>
                  <a:pt x="13430250" y="7132320"/>
                </a:cubicBezTo>
                <a:close/>
                <a:moveTo>
                  <a:pt x="13727430" y="7132320"/>
                </a:moveTo>
                <a:cubicBezTo>
                  <a:pt x="13728700" y="7192010"/>
                  <a:pt x="13713460" y="7254240"/>
                  <a:pt x="13696950" y="7312660"/>
                </a:cubicBezTo>
                <a:cubicBezTo>
                  <a:pt x="13679170" y="7372350"/>
                  <a:pt x="13651230" y="7429500"/>
                  <a:pt x="13622020" y="7486650"/>
                </a:cubicBezTo>
                <a:cubicBezTo>
                  <a:pt x="13594080" y="7543800"/>
                  <a:pt x="13562330" y="7599680"/>
                  <a:pt x="13522960" y="7655560"/>
                </a:cubicBezTo>
                <a:cubicBezTo>
                  <a:pt x="13484860" y="7711440"/>
                  <a:pt x="13445490" y="7769860"/>
                  <a:pt x="13392150" y="7820660"/>
                </a:cubicBezTo>
                <a:cubicBezTo>
                  <a:pt x="13340080" y="7872730"/>
                  <a:pt x="13280390" y="7926070"/>
                  <a:pt x="13209270" y="7966710"/>
                </a:cubicBezTo>
                <a:cubicBezTo>
                  <a:pt x="13139420" y="8006080"/>
                  <a:pt x="13055600" y="8041640"/>
                  <a:pt x="12970510" y="8063230"/>
                </a:cubicBezTo>
                <a:cubicBezTo>
                  <a:pt x="12886690" y="8083550"/>
                  <a:pt x="12790170" y="8092440"/>
                  <a:pt x="12701270" y="8092440"/>
                </a:cubicBezTo>
                <a:cubicBezTo>
                  <a:pt x="12612370" y="8092440"/>
                  <a:pt x="12519660" y="8078470"/>
                  <a:pt x="12435840" y="8063230"/>
                </a:cubicBezTo>
                <a:cubicBezTo>
                  <a:pt x="12352020" y="8047990"/>
                  <a:pt x="12272010" y="8022590"/>
                  <a:pt x="12195810" y="7999730"/>
                </a:cubicBezTo>
                <a:cubicBezTo>
                  <a:pt x="12120880" y="7975600"/>
                  <a:pt x="12049760" y="7948930"/>
                  <a:pt x="11982450" y="7919720"/>
                </a:cubicBezTo>
                <a:cubicBezTo>
                  <a:pt x="11915140" y="7891780"/>
                  <a:pt x="11849100" y="7862570"/>
                  <a:pt x="11789410" y="7829550"/>
                </a:cubicBezTo>
                <a:cubicBezTo>
                  <a:pt x="11728450" y="7795260"/>
                  <a:pt x="11671300" y="7759700"/>
                  <a:pt x="11621770" y="7719060"/>
                </a:cubicBezTo>
                <a:cubicBezTo>
                  <a:pt x="11570970" y="7678420"/>
                  <a:pt x="11526520" y="7633970"/>
                  <a:pt x="11488420" y="7588250"/>
                </a:cubicBezTo>
                <a:cubicBezTo>
                  <a:pt x="11450320" y="7542530"/>
                  <a:pt x="11421110" y="7493000"/>
                  <a:pt x="11393170" y="7443470"/>
                </a:cubicBezTo>
                <a:cubicBezTo>
                  <a:pt x="11365230" y="7393940"/>
                  <a:pt x="11343640" y="7343140"/>
                  <a:pt x="11323320" y="7291070"/>
                </a:cubicBezTo>
                <a:cubicBezTo>
                  <a:pt x="11304270" y="7240270"/>
                  <a:pt x="11286490" y="7186930"/>
                  <a:pt x="11277600" y="7132320"/>
                </a:cubicBezTo>
                <a:cubicBezTo>
                  <a:pt x="11268710" y="7077710"/>
                  <a:pt x="11262360" y="7020560"/>
                  <a:pt x="11272520" y="6965950"/>
                </a:cubicBezTo>
                <a:cubicBezTo>
                  <a:pt x="11282680" y="6911340"/>
                  <a:pt x="11303000" y="6852920"/>
                  <a:pt x="11337290" y="6804660"/>
                </a:cubicBezTo>
                <a:cubicBezTo>
                  <a:pt x="11372850" y="6756400"/>
                  <a:pt x="11424920" y="6709410"/>
                  <a:pt x="11482070" y="6673850"/>
                </a:cubicBezTo>
                <a:cubicBezTo>
                  <a:pt x="11540490" y="6638290"/>
                  <a:pt x="11614150" y="6610350"/>
                  <a:pt x="11682730" y="6590030"/>
                </a:cubicBezTo>
                <a:cubicBezTo>
                  <a:pt x="11751310" y="6568440"/>
                  <a:pt x="11826240" y="6558280"/>
                  <a:pt x="11892280" y="6546850"/>
                </a:cubicBezTo>
                <a:cubicBezTo>
                  <a:pt x="11959590" y="6535420"/>
                  <a:pt x="12023090" y="6530340"/>
                  <a:pt x="12084050" y="6520180"/>
                </a:cubicBezTo>
                <a:cubicBezTo>
                  <a:pt x="12145010" y="6511290"/>
                  <a:pt x="12199620" y="6499860"/>
                  <a:pt x="12258040" y="6489700"/>
                </a:cubicBezTo>
                <a:cubicBezTo>
                  <a:pt x="12316460" y="6479540"/>
                  <a:pt x="12374880" y="6464300"/>
                  <a:pt x="12435840" y="6456680"/>
                </a:cubicBezTo>
                <a:cubicBezTo>
                  <a:pt x="12496800" y="6447790"/>
                  <a:pt x="12562840" y="6438900"/>
                  <a:pt x="12627610" y="6438900"/>
                </a:cubicBezTo>
                <a:cubicBezTo>
                  <a:pt x="12692380" y="6437630"/>
                  <a:pt x="12760960" y="6441440"/>
                  <a:pt x="12828270" y="6451600"/>
                </a:cubicBezTo>
                <a:cubicBezTo>
                  <a:pt x="12894310" y="6460490"/>
                  <a:pt x="12960350" y="6477000"/>
                  <a:pt x="13026390" y="6496050"/>
                </a:cubicBezTo>
                <a:cubicBezTo>
                  <a:pt x="13092430" y="6515100"/>
                  <a:pt x="13157200" y="6539230"/>
                  <a:pt x="13220700" y="6567170"/>
                </a:cubicBezTo>
                <a:cubicBezTo>
                  <a:pt x="13285470" y="6595110"/>
                  <a:pt x="13351510" y="6625590"/>
                  <a:pt x="13409930" y="6663690"/>
                </a:cubicBezTo>
                <a:cubicBezTo>
                  <a:pt x="13469620" y="6701790"/>
                  <a:pt x="13529310" y="6743700"/>
                  <a:pt x="13576300" y="6791960"/>
                </a:cubicBezTo>
                <a:cubicBezTo>
                  <a:pt x="13623290" y="6840220"/>
                  <a:pt x="13663930" y="6896100"/>
                  <a:pt x="13689330" y="6953250"/>
                </a:cubicBezTo>
                <a:cubicBezTo>
                  <a:pt x="13714730" y="7009130"/>
                  <a:pt x="13726160" y="7072630"/>
                  <a:pt x="13727430" y="7132320"/>
                </a:cubicBezTo>
                <a:close/>
                <a:moveTo>
                  <a:pt x="14022070" y="7132320"/>
                </a:moveTo>
                <a:cubicBezTo>
                  <a:pt x="14020800" y="7205980"/>
                  <a:pt x="14001750" y="7280910"/>
                  <a:pt x="13982700" y="7353300"/>
                </a:cubicBezTo>
                <a:cubicBezTo>
                  <a:pt x="13962380" y="7426960"/>
                  <a:pt x="13933170" y="7498080"/>
                  <a:pt x="13901420" y="7569200"/>
                </a:cubicBezTo>
                <a:cubicBezTo>
                  <a:pt x="13869670" y="7641590"/>
                  <a:pt x="13835380" y="7713980"/>
                  <a:pt x="13789660" y="7783830"/>
                </a:cubicBezTo>
                <a:cubicBezTo>
                  <a:pt x="13743940" y="7853680"/>
                  <a:pt x="13694410" y="7927340"/>
                  <a:pt x="13628370" y="7990840"/>
                </a:cubicBezTo>
                <a:cubicBezTo>
                  <a:pt x="13562330" y="8054340"/>
                  <a:pt x="13482320" y="8116570"/>
                  <a:pt x="13392150" y="8163560"/>
                </a:cubicBezTo>
                <a:cubicBezTo>
                  <a:pt x="13301980" y="8209280"/>
                  <a:pt x="13195300" y="8246110"/>
                  <a:pt x="13088620" y="8266430"/>
                </a:cubicBezTo>
                <a:cubicBezTo>
                  <a:pt x="12981940" y="8288020"/>
                  <a:pt x="12865100" y="8293100"/>
                  <a:pt x="12755880" y="8290560"/>
                </a:cubicBezTo>
                <a:cubicBezTo>
                  <a:pt x="12646660" y="8288020"/>
                  <a:pt x="12537440" y="8270240"/>
                  <a:pt x="12435840" y="8251190"/>
                </a:cubicBezTo>
                <a:cubicBezTo>
                  <a:pt x="12334240" y="8233410"/>
                  <a:pt x="12238990" y="8206740"/>
                  <a:pt x="12146280" y="8180070"/>
                </a:cubicBezTo>
                <a:cubicBezTo>
                  <a:pt x="12054840" y="8153400"/>
                  <a:pt x="11967210" y="8124190"/>
                  <a:pt x="11883390" y="8092440"/>
                </a:cubicBezTo>
                <a:cubicBezTo>
                  <a:pt x="11799570" y="8059420"/>
                  <a:pt x="11718290" y="8025130"/>
                  <a:pt x="11644630" y="7985760"/>
                </a:cubicBezTo>
                <a:cubicBezTo>
                  <a:pt x="11569700" y="7945120"/>
                  <a:pt x="11499850" y="7899400"/>
                  <a:pt x="11438890" y="7849870"/>
                </a:cubicBezTo>
                <a:cubicBezTo>
                  <a:pt x="11377930" y="7800340"/>
                  <a:pt x="11324590" y="7745730"/>
                  <a:pt x="11277600" y="7689850"/>
                </a:cubicBezTo>
                <a:cubicBezTo>
                  <a:pt x="11229340" y="7633970"/>
                  <a:pt x="11191240" y="7574280"/>
                  <a:pt x="11154410" y="7514590"/>
                </a:cubicBezTo>
                <a:cubicBezTo>
                  <a:pt x="11117580" y="7454900"/>
                  <a:pt x="11085830" y="7392670"/>
                  <a:pt x="11059160" y="7329170"/>
                </a:cubicBezTo>
                <a:cubicBezTo>
                  <a:pt x="11032490" y="7265670"/>
                  <a:pt x="11007090" y="7199630"/>
                  <a:pt x="10996930" y="7132320"/>
                </a:cubicBezTo>
                <a:cubicBezTo>
                  <a:pt x="10986770" y="7065010"/>
                  <a:pt x="10981690" y="6992620"/>
                  <a:pt x="10999470" y="6926580"/>
                </a:cubicBezTo>
                <a:cubicBezTo>
                  <a:pt x="11015980" y="6860540"/>
                  <a:pt x="11050270" y="6790690"/>
                  <a:pt x="11098530" y="6733540"/>
                </a:cubicBezTo>
                <a:cubicBezTo>
                  <a:pt x="11148060" y="6676390"/>
                  <a:pt x="11220450" y="6624320"/>
                  <a:pt x="11294110" y="6583680"/>
                </a:cubicBezTo>
                <a:cubicBezTo>
                  <a:pt x="11367770" y="6543040"/>
                  <a:pt x="11459210" y="6513830"/>
                  <a:pt x="11541760" y="6488430"/>
                </a:cubicBezTo>
                <a:cubicBezTo>
                  <a:pt x="11624310" y="6464300"/>
                  <a:pt x="11710670" y="6450330"/>
                  <a:pt x="11788140" y="6433820"/>
                </a:cubicBezTo>
                <a:cubicBezTo>
                  <a:pt x="11865610" y="6417310"/>
                  <a:pt x="11936730" y="6404610"/>
                  <a:pt x="12007850" y="6388100"/>
                </a:cubicBezTo>
                <a:cubicBezTo>
                  <a:pt x="12078970" y="6371590"/>
                  <a:pt x="12143740" y="6352540"/>
                  <a:pt x="12216130" y="6334760"/>
                </a:cubicBezTo>
                <a:cubicBezTo>
                  <a:pt x="12287250" y="6318250"/>
                  <a:pt x="12359640" y="6297930"/>
                  <a:pt x="12435840" y="6286500"/>
                </a:cubicBezTo>
                <a:cubicBezTo>
                  <a:pt x="12512040" y="6273800"/>
                  <a:pt x="12594590" y="6264910"/>
                  <a:pt x="12675870" y="6263640"/>
                </a:cubicBezTo>
                <a:cubicBezTo>
                  <a:pt x="12757150" y="6263640"/>
                  <a:pt x="12842240" y="6269990"/>
                  <a:pt x="12924790" y="6282690"/>
                </a:cubicBezTo>
                <a:cubicBezTo>
                  <a:pt x="13007340" y="6294120"/>
                  <a:pt x="13091160" y="6313170"/>
                  <a:pt x="13173710" y="6337300"/>
                </a:cubicBezTo>
                <a:cubicBezTo>
                  <a:pt x="13256260" y="6360160"/>
                  <a:pt x="13340080" y="6388100"/>
                  <a:pt x="13421360" y="6422390"/>
                </a:cubicBezTo>
                <a:cubicBezTo>
                  <a:pt x="13502640" y="6456680"/>
                  <a:pt x="13586460" y="6496050"/>
                  <a:pt x="13660120" y="6543040"/>
                </a:cubicBezTo>
                <a:cubicBezTo>
                  <a:pt x="13733780" y="6590030"/>
                  <a:pt x="13807440" y="6645910"/>
                  <a:pt x="13862050" y="6706870"/>
                </a:cubicBezTo>
                <a:cubicBezTo>
                  <a:pt x="13915390" y="6767830"/>
                  <a:pt x="13961110" y="6838950"/>
                  <a:pt x="13987780" y="6910070"/>
                </a:cubicBezTo>
                <a:cubicBezTo>
                  <a:pt x="14014450" y="6981190"/>
                  <a:pt x="14022070" y="7058660"/>
                  <a:pt x="14022070" y="7132320"/>
                </a:cubicBezTo>
                <a:close/>
                <a:moveTo>
                  <a:pt x="14312900" y="7132320"/>
                </a:moveTo>
                <a:cubicBezTo>
                  <a:pt x="14310360" y="7219950"/>
                  <a:pt x="14291310" y="7307580"/>
                  <a:pt x="14270990" y="7395210"/>
                </a:cubicBezTo>
                <a:cubicBezTo>
                  <a:pt x="14250670" y="7482840"/>
                  <a:pt x="14224000" y="7567930"/>
                  <a:pt x="14189710" y="7655560"/>
                </a:cubicBezTo>
                <a:cubicBezTo>
                  <a:pt x="14155420" y="7741920"/>
                  <a:pt x="14119860" y="7832090"/>
                  <a:pt x="14065250" y="7915910"/>
                </a:cubicBezTo>
                <a:cubicBezTo>
                  <a:pt x="14011910" y="8001000"/>
                  <a:pt x="13949680" y="8089900"/>
                  <a:pt x="13867130" y="8162290"/>
                </a:cubicBezTo>
                <a:cubicBezTo>
                  <a:pt x="13784580" y="8235950"/>
                  <a:pt x="13681710" y="8305800"/>
                  <a:pt x="13571220" y="8355330"/>
                </a:cubicBezTo>
                <a:cubicBezTo>
                  <a:pt x="13459460" y="8404860"/>
                  <a:pt x="13327380" y="8440420"/>
                  <a:pt x="13200380" y="8460740"/>
                </a:cubicBezTo>
                <a:cubicBezTo>
                  <a:pt x="13073380" y="8481060"/>
                  <a:pt x="12934950" y="8482330"/>
                  <a:pt x="12807950" y="8477250"/>
                </a:cubicBezTo>
                <a:cubicBezTo>
                  <a:pt x="12679680" y="8472170"/>
                  <a:pt x="12553950" y="8451850"/>
                  <a:pt x="12435840" y="8432800"/>
                </a:cubicBezTo>
                <a:cubicBezTo>
                  <a:pt x="12317730" y="8412480"/>
                  <a:pt x="12205970" y="8387080"/>
                  <a:pt x="12096750" y="8357870"/>
                </a:cubicBezTo>
                <a:cubicBezTo>
                  <a:pt x="11988800" y="8329930"/>
                  <a:pt x="11884660" y="8300720"/>
                  <a:pt x="11784330" y="8263890"/>
                </a:cubicBezTo>
                <a:cubicBezTo>
                  <a:pt x="11685270" y="8228330"/>
                  <a:pt x="11588750" y="8187690"/>
                  <a:pt x="11501120" y="8140700"/>
                </a:cubicBezTo>
                <a:cubicBezTo>
                  <a:pt x="11413490" y="8092440"/>
                  <a:pt x="11330940" y="8037830"/>
                  <a:pt x="11258550" y="7979410"/>
                </a:cubicBezTo>
                <a:cubicBezTo>
                  <a:pt x="11186160" y="7922260"/>
                  <a:pt x="11123930" y="7856220"/>
                  <a:pt x="11065510" y="7791450"/>
                </a:cubicBezTo>
                <a:cubicBezTo>
                  <a:pt x="11008360" y="7725410"/>
                  <a:pt x="10957560" y="7656830"/>
                  <a:pt x="10911840" y="7586980"/>
                </a:cubicBezTo>
                <a:cubicBezTo>
                  <a:pt x="10864850" y="7515860"/>
                  <a:pt x="10820400" y="7444740"/>
                  <a:pt x="10787380" y="7368540"/>
                </a:cubicBezTo>
                <a:cubicBezTo>
                  <a:pt x="10754360" y="7292340"/>
                  <a:pt x="10721340" y="7212330"/>
                  <a:pt x="10712450" y="7132320"/>
                </a:cubicBezTo>
                <a:cubicBezTo>
                  <a:pt x="10702290" y="7052310"/>
                  <a:pt x="10704830" y="6965950"/>
                  <a:pt x="10731500" y="6888480"/>
                </a:cubicBezTo>
                <a:cubicBezTo>
                  <a:pt x="10759440" y="6811010"/>
                  <a:pt x="10810240" y="6732270"/>
                  <a:pt x="10876280" y="6667500"/>
                </a:cubicBezTo>
                <a:cubicBezTo>
                  <a:pt x="10941050" y="6602730"/>
                  <a:pt x="11033760" y="6546850"/>
                  <a:pt x="11123930" y="6501130"/>
                </a:cubicBezTo>
                <a:cubicBezTo>
                  <a:pt x="11212830" y="6455410"/>
                  <a:pt x="11318240" y="6424930"/>
                  <a:pt x="11412220" y="6395720"/>
                </a:cubicBezTo>
                <a:cubicBezTo>
                  <a:pt x="11504930" y="6365240"/>
                  <a:pt x="11598910" y="6346190"/>
                  <a:pt x="11684000" y="6322060"/>
                </a:cubicBezTo>
                <a:cubicBezTo>
                  <a:pt x="11770360" y="6299200"/>
                  <a:pt x="11847830" y="6276340"/>
                  <a:pt x="11929110" y="6250940"/>
                </a:cubicBezTo>
                <a:cubicBezTo>
                  <a:pt x="12010390" y="6225540"/>
                  <a:pt x="12086590" y="6196330"/>
                  <a:pt x="12170410" y="6172200"/>
                </a:cubicBezTo>
                <a:cubicBezTo>
                  <a:pt x="12255500" y="6149340"/>
                  <a:pt x="12343130" y="6123940"/>
                  <a:pt x="12435840" y="6108700"/>
                </a:cubicBezTo>
                <a:cubicBezTo>
                  <a:pt x="12528550" y="6094730"/>
                  <a:pt x="12626340" y="6085840"/>
                  <a:pt x="12725400" y="6084570"/>
                </a:cubicBezTo>
                <a:cubicBezTo>
                  <a:pt x="12823190" y="6084570"/>
                  <a:pt x="12924790" y="6093460"/>
                  <a:pt x="13025120" y="6108700"/>
                </a:cubicBezTo>
                <a:cubicBezTo>
                  <a:pt x="13125450" y="6122670"/>
                  <a:pt x="13227050" y="6144260"/>
                  <a:pt x="13327380" y="6170930"/>
                </a:cubicBezTo>
                <a:cubicBezTo>
                  <a:pt x="13428980" y="6198870"/>
                  <a:pt x="13533120" y="6230620"/>
                  <a:pt x="13632180" y="6271260"/>
                </a:cubicBezTo>
                <a:cubicBezTo>
                  <a:pt x="13729970" y="6311900"/>
                  <a:pt x="13832840" y="6360160"/>
                  <a:pt x="13919200" y="6418580"/>
                </a:cubicBezTo>
                <a:cubicBezTo>
                  <a:pt x="14005560" y="6477000"/>
                  <a:pt x="14089380" y="6546850"/>
                  <a:pt x="14150340" y="6621780"/>
                </a:cubicBezTo>
                <a:cubicBezTo>
                  <a:pt x="14210030" y="6695440"/>
                  <a:pt x="14255750" y="6783070"/>
                  <a:pt x="14282420" y="6868160"/>
                </a:cubicBezTo>
                <a:cubicBezTo>
                  <a:pt x="14310360" y="6953250"/>
                  <a:pt x="14314170" y="7044690"/>
                  <a:pt x="14312900" y="7132320"/>
                </a:cubicBezTo>
                <a:close/>
                <a:moveTo>
                  <a:pt x="14602460" y="7132320"/>
                </a:moveTo>
                <a:cubicBezTo>
                  <a:pt x="14601190" y="7233920"/>
                  <a:pt x="14584680" y="7335520"/>
                  <a:pt x="14565630" y="7437120"/>
                </a:cubicBezTo>
                <a:cubicBezTo>
                  <a:pt x="14547850" y="7539990"/>
                  <a:pt x="14524990" y="7641590"/>
                  <a:pt x="14489430" y="7744460"/>
                </a:cubicBezTo>
                <a:cubicBezTo>
                  <a:pt x="14452600" y="7847330"/>
                  <a:pt x="14413230" y="7955280"/>
                  <a:pt x="14349730" y="8053070"/>
                </a:cubicBezTo>
                <a:cubicBezTo>
                  <a:pt x="14284960" y="8150860"/>
                  <a:pt x="14204950" y="8252460"/>
                  <a:pt x="14104620" y="8333740"/>
                </a:cubicBezTo>
                <a:cubicBezTo>
                  <a:pt x="14003020" y="8415020"/>
                  <a:pt x="13876020" y="8488680"/>
                  <a:pt x="13742670" y="8540750"/>
                </a:cubicBezTo>
                <a:cubicBezTo>
                  <a:pt x="13609320" y="8591550"/>
                  <a:pt x="13453110" y="8624570"/>
                  <a:pt x="13305790" y="8643620"/>
                </a:cubicBezTo>
                <a:cubicBezTo>
                  <a:pt x="13157200" y="8662670"/>
                  <a:pt x="13000990" y="8660130"/>
                  <a:pt x="12856210" y="8653780"/>
                </a:cubicBezTo>
                <a:cubicBezTo>
                  <a:pt x="12711430" y="8648700"/>
                  <a:pt x="12570460" y="8629650"/>
                  <a:pt x="12435840" y="8609330"/>
                </a:cubicBezTo>
                <a:cubicBezTo>
                  <a:pt x="12301220" y="8590280"/>
                  <a:pt x="12172950" y="8566150"/>
                  <a:pt x="12048490" y="8536940"/>
                </a:cubicBezTo>
                <a:cubicBezTo>
                  <a:pt x="11922760" y="8507730"/>
                  <a:pt x="11800840" y="8475980"/>
                  <a:pt x="11686540" y="8435340"/>
                </a:cubicBezTo>
                <a:cubicBezTo>
                  <a:pt x="11570970" y="8394700"/>
                  <a:pt x="11459210" y="8347710"/>
                  <a:pt x="11357610" y="8293100"/>
                </a:cubicBezTo>
                <a:cubicBezTo>
                  <a:pt x="11257280" y="8238490"/>
                  <a:pt x="11164570" y="8174990"/>
                  <a:pt x="11080750" y="8107680"/>
                </a:cubicBezTo>
                <a:cubicBezTo>
                  <a:pt x="10995660" y="8041640"/>
                  <a:pt x="10923270" y="7967980"/>
                  <a:pt x="10853420" y="7894320"/>
                </a:cubicBezTo>
                <a:cubicBezTo>
                  <a:pt x="10783570" y="7819390"/>
                  <a:pt x="10720070" y="7741920"/>
                  <a:pt x="10661650" y="7661910"/>
                </a:cubicBezTo>
                <a:cubicBezTo>
                  <a:pt x="10604500" y="7580630"/>
                  <a:pt x="10546080" y="7496810"/>
                  <a:pt x="10507980" y="7407910"/>
                </a:cubicBezTo>
                <a:cubicBezTo>
                  <a:pt x="10468610" y="7320280"/>
                  <a:pt x="10433050" y="7225030"/>
                  <a:pt x="10427970" y="7132320"/>
                </a:cubicBezTo>
                <a:cubicBezTo>
                  <a:pt x="10422890" y="7039610"/>
                  <a:pt x="10436860" y="6939280"/>
                  <a:pt x="10477500" y="6851650"/>
                </a:cubicBezTo>
                <a:cubicBezTo>
                  <a:pt x="10518140" y="6764020"/>
                  <a:pt x="10590530" y="6677660"/>
                  <a:pt x="10673080" y="6606540"/>
                </a:cubicBezTo>
                <a:cubicBezTo>
                  <a:pt x="10754360" y="6535420"/>
                  <a:pt x="10866120" y="6477000"/>
                  <a:pt x="10968990" y="6426200"/>
                </a:cubicBezTo>
                <a:cubicBezTo>
                  <a:pt x="11071860" y="6376670"/>
                  <a:pt x="11187430" y="6342380"/>
                  <a:pt x="11289030" y="6306820"/>
                </a:cubicBezTo>
                <a:cubicBezTo>
                  <a:pt x="11390630" y="6269990"/>
                  <a:pt x="11485880" y="6242050"/>
                  <a:pt x="11578590" y="6209030"/>
                </a:cubicBezTo>
                <a:cubicBezTo>
                  <a:pt x="11672570" y="6176010"/>
                  <a:pt x="11755120" y="6140450"/>
                  <a:pt x="11845290" y="6106160"/>
                </a:cubicBezTo>
                <a:cubicBezTo>
                  <a:pt x="11936730" y="6071870"/>
                  <a:pt x="12025630" y="6032500"/>
                  <a:pt x="12123420" y="6002020"/>
                </a:cubicBezTo>
                <a:cubicBezTo>
                  <a:pt x="12222480" y="5972810"/>
                  <a:pt x="12326620" y="5943600"/>
                  <a:pt x="12435840" y="5927090"/>
                </a:cubicBezTo>
                <a:cubicBezTo>
                  <a:pt x="12545060" y="5909310"/>
                  <a:pt x="12660630" y="5901690"/>
                  <a:pt x="12776200" y="5901690"/>
                </a:cubicBezTo>
                <a:cubicBezTo>
                  <a:pt x="12891770" y="5901690"/>
                  <a:pt x="13009880" y="5911850"/>
                  <a:pt x="13127990" y="5928360"/>
                </a:cubicBezTo>
                <a:cubicBezTo>
                  <a:pt x="13247370" y="5943600"/>
                  <a:pt x="13368020" y="5966460"/>
                  <a:pt x="13488670" y="5996940"/>
                </a:cubicBezTo>
                <a:cubicBezTo>
                  <a:pt x="13609320" y="6028690"/>
                  <a:pt x="13735050" y="6064250"/>
                  <a:pt x="13850620" y="6113780"/>
                </a:cubicBezTo>
                <a:cubicBezTo>
                  <a:pt x="13967460" y="6162040"/>
                  <a:pt x="14086840" y="6220460"/>
                  <a:pt x="14184630" y="6291580"/>
                </a:cubicBezTo>
                <a:cubicBezTo>
                  <a:pt x="14282420" y="6361430"/>
                  <a:pt x="14372590" y="6446520"/>
                  <a:pt x="14437360" y="6535420"/>
                </a:cubicBezTo>
                <a:cubicBezTo>
                  <a:pt x="14502130" y="6624320"/>
                  <a:pt x="14545310" y="6727190"/>
                  <a:pt x="14573250" y="6826250"/>
                </a:cubicBezTo>
                <a:cubicBezTo>
                  <a:pt x="14599920" y="6925310"/>
                  <a:pt x="14603730" y="7030720"/>
                  <a:pt x="14602460" y="7132320"/>
                </a:cubicBezTo>
                <a:close/>
                <a:moveTo>
                  <a:pt x="14893290" y="7132320"/>
                </a:moveTo>
                <a:cubicBezTo>
                  <a:pt x="14895830" y="7247890"/>
                  <a:pt x="14888210" y="7363460"/>
                  <a:pt x="14871700" y="7481570"/>
                </a:cubicBezTo>
                <a:cubicBezTo>
                  <a:pt x="14856460" y="7598410"/>
                  <a:pt x="14839950" y="7719060"/>
                  <a:pt x="14800580" y="7837170"/>
                </a:cubicBezTo>
                <a:cubicBezTo>
                  <a:pt x="14761210" y="7955280"/>
                  <a:pt x="14714220" y="8081010"/>
                  <a:pt x="14636750" y="8191500"/>
                </a:cubicBezTo>
                <a:cubicBezTo>
                  <a:pt x="14559280" y="8301990"/>
                  <a:pt x="14457680" y="8412480"/>
                  <a:pt x="14335760" y="8500110"/>
                </a:cubicBezTo>
                <a:cubicBezTo>
                  <a:pt x="14213840" y="8587740"/>
                  <a:pt x="14058900" y="8662670"/>
                  <a:pt x="13903960" y="8714740"/>
                </a:cubicBezTo>
                <a:cubicBezTo>
                  <a:pt x="13749020" y="8766810"/>
                  <a:pt x="13569950" y="8796020"/>
                  <a:pt x="13403580" y="8813800"/>
                </a:cubicBezTo>
                <a:cubicBezTo>
                  <a:pt x="13235940" y="8832850"/>
                  <a:pt x="13064490" y="8829040"/>
                  <a:pt x="12903200" y="8823960"/>
                </a:cubicBezTo>
                <a:cubicBezTo>
                  <a:pt x="12741910" y="8818880"/>
                  <a:pt x="12586970" y="8802370"/>
                  <a:pt x="12435840" y="8784590"/>
                </a:cubicBezTo>
                <a:cubicBezTo>
                  <a:pt x="12284710" y="8766810"/>
                  <a:pt x="12139930" y="8745220"/>
                  <a:pt x="11998960" y="8716010"/>
                </a:cubicBezTo>
                <a:cubicBezTo>
                  <a:pt x="11856720" y="8685530"/>
                  <a:pt x="11718290" y="8651240"/>
                  <a:pt x="11587480" y="8606790"/>
                </a:cubicBezTo>
                <a:cubicBezTo>
                  <a:pt x="11457940" y="8561070"/>
                  <a:pt x="11332210" y="8506460"/>
                  <a:pt x="11217910" y="8445500"/>
                </a:cubicBezTo>
                <a:cubicBezTo>
                  <a:pt x="11103610" y="8383270"/>
                  <a:pt x="10999470" y="8310880"/>
                  <a:pt x="10902950" y="8235950"/>
                </a:cubicBezTo>
                <a:cubicBezTo>
                  <a:pt x="10805160" y="8162290"/>
                  <a:pt x="10718800" y="8081010"/>
                  <a:pt x="10636250" y="7998460"/>
                </a:cubicBezTo>
                <a:cubicBezTo>
                  <a:pt x="10552430" y="7915910"/>
                  <a:pt x="10472420" y="7829550"/>
                  <a:pt x="10403840" y="7738110"/>
                </a:cubicBezTo>
                <a:cubicBezTo>
                  <a:pt x="10335260" y="7646670"/>
                  <a:pt x="10265410" y="7550150"/>
                  <a:pt x="10223500" y="7449820"/>
                </a:cubicBezTo>
                <a:cubicBezTo>
                  <a:pt x="10180320" y="7348220"/>
                  <a:pt x="10147300" y="7237730"/>
                  <a:pt x="10149840" y="7132320"/>
                </a:cubicBezTo>
                <a:cubicBezTo>
                  <a:pt x="10153650" y="7026910"/>
                  <a:pt x="10184130" y="6915150"/>
                  <a:pt x="10241280" y="6817360"/>
                </a:cubicBezTo>
                <a:cubicBezTo>
                  <a:pt x="10297160" y="6720840"/>
                  <a:pt x="10392410" y="6629400"/>
                  <a:pt x="10491470" y="6551930"/>
                </a:cubicBezTo>
                <a:cubicBezTo>
                  <a:pt x="10589260" y="6475730"/>
                  <a:pt x="10716260" y="6414770"/>
                  <a:pt x="10828020" y="6358890"/>
                </a:cubicBezTo>
                <a:cubicBezTo>
                  <a:pt x="10941050" y="6303010"/>
                  <a:pt x="11060430" y="6263640"/>
                  <a:pt x="11167110" y="6219190"/>
                </a:cubicBezTo>
                <a:cubicBezTo>
                  <a:pt x="11273790" y="6173470"/>
                  <a:pt x="11370310" y="6134100"/>
                  <a:pt x="11468100" y="6089650"/>
                </a:cubicBezTo>
                <a:cubicBezTo>
                  <a:pt x="11567160" y="6045200"/>
                  <a:pt x="11656060" y="5996940"/>
                  <a:pt x="11757660" y="5952490"/>
                </a:cubicBezTo>
                <a:cubicBezTo>
                  <a:pt x="11857990" y="5908040"/>
                  <a:pt x="11960860" y="5859780"/>
                  <a:pt x="12075160" y="5824220"/>
                </a:cubicBezTo>
                <a:cubicBezTo>
                  <a:pt x="12188190" y="5788660"/>
                  <a:pt x="12310110" y="5758180"/>
                  <a:pt x="12435840" y="5739130"/>
                </a:cubicBezTo>
                <a:cubicBezTo>
                  <a:pt x="12561570" y="5721350"/>
                  <a:pt x="12694920" y="5713730"/>
                  <a:pt x="12828270" y="5713730"/>
                </a:cubicBezTo>
                <a:cubicBezTo>
                  <a:pt x="12961620" y="5713730"/>
                  <a:pt x="13097510" y="5723890"/>
                  <a:pt x="13235940" y="5740400"/>
                </a:cubicBezTo>
                <a:cubicBezTo>
                  <a:pt x="13374370" y="5758180"/>
                  <a:pt x="13517880" y="5779770"/>
                  <a:pt x="13658850" y="5815330"/>
                </a:cubicBezTo>
                <a:cubicBezTo>
                  <a:pt x="13798550" y="5849620"/>
                  <a:pt x="13945870" y="5891530"/>
                  <a:pt x="14079220" y="5949950"/>
                </a:cubicBezTo>
                <a:cubicBezTo>
                  <a:pt x="14211300" y="6007100"/>
                  <a:pt x="14344650" y="6078220"/>
                  <a:pt x="14452600" y="6162040"/>
                </a:cubicBezTo>
                <a:cubicBezTo>
                  <a:pt x="14559280" y="6245860"/>
                  <a:pt x="14651990" y="6347460"/>
                  <a:pt x="14720570" y="6451600"/>
                </a:cubicBezTo>
                <a:cubicBezTo>
                  <a:pt x="14787880" y="6554470"/>
                  <a:pt x="14828520" y="6671310"/>
                  <a:pt x="14857730" y="6785610"/>
                </a:cubicBezTo>
                <a:cubicBezTo>
                  <a:pt x="14886940" y="6898640"/>
                  <a:pt x="14892020" y="7016750"/>
                  <a:pt x="14893290" y="7132320"/>
                </a:cubicBezTo>
                <a:close/>
                <a:moveTo>
                  <a:pt x="15193010" y="7132320"/>
                </a:moveTo>
                <a:cubicBezTo>
                  <a:pt x="15200630" y="7263130"/>
                  <a:pt x="15203170" y="7393940"/>
                  <a:pt x="15191740" y="7527290"/>
                </a:cubicBezTo>
                <a:cubicBezTo>
                  <a:pt x="15180310" y="7660640"/>
                  <a:pt x="15166340" y="7800340"/>
                  <a:pt x="15121890" y="7933690"/>
                </a:cubicBezTo>
                <a:cubicBezTo>
                  <a:pt x="15077440" y="8067040"/>
                  <a:pt x="15017750" y="8208010"/>
                  <a:pt x="14923770" y="8328660"/>
                </a:cubicBezTo>
                <a:cubicBezTo>
                  <a:pt x="14828520" y="8450580"/>
                  <a:pt x="14701520" y="8568690"/>
                  <a:pt x="14556740" y="8660130"/>
                </a:cubicBezTo>
                <a:cubicBezTo>
                  <a:pt x="14411960" y="8750300"/>
                  <a:pt x="14231620" y="8823960"/>
                  <a:pt x="14053820" y="8876030"/>
                </a:cubicBezTo>
                <a:cubicBezTo>
                  <a:pt x="13877290" y="8928100"/>
                  <a:pt x="13679170" y="8954770"/>
                  <a:pt x="13495020" y="8973820"/>
                </a:cubicBezTo>
                <a:cubicBezTo>
                  <a:pt x="13310870" y="8992870"/>
                  <a:pt x="13125450" y="8991600"/>
                  <a:pt x="12948920" y="8989060"/>
                </a:cubicBezTo>
                <a:cubicBezTo>
                  <a:pt x="12772390" y="8986520"/>
                  <a:pt x="12602210" y="8976360"/>
                  <a:pt x="12435840" y="8961120"/>
                </a:cubicBezTo>
                <a:cubicBezTo>
                  <a:pt x="12269470" y="8944610"/>
                  <a:pt x="12106910" y="8925560"/>
                  <a:pt x="11948160" y="8895080"/>
                </a:cubicBezTo>
                <a:cubicBezTo>
                  <a:pt x="11790680" y="8864600"/>
                  <a:pt x="11635740" y="8826500"/>
                  <a:pt x="11489690" y="8775700"/>
                </a:cubicBezTo>
                <a:cubicBezTo>
                  <a:pt x="11344910" y="8726170"/>
                  <a:pt x="11206480" y="8662670"/>
                  <a:pt x="11078210" y="8595360"/>
                </a:cubicBezTo>
                <a:cubicBezTo>
                  <a:pt x="10951210" y="8526780"/>
                  <a:pt x="10834370" y="8446770"/>
                  <a:pt x="10723880" y="8365490"/>
                </a:cubicBezTo>
                <a:cubicBezTo>
                  <a:pt x="10612120" y="8284210"/>
                  <a:pt x="10509250" y="8197850"/>
                  <a:pt x="10411460" y="8106410"/>
                </a:cubicBezTo>
                <a:cubicBezTo>
                  <a:pt x="10313670" y="8014970"/>
                  <a:pt x="10215880" y="7920990"/>
                  <a:pt x="10137140" y="7818120"/>
                </a:cubicBezTo>
                <a:cubicBezTo>
                  <a:pt x="10058400" y="7715250"/>
                  <a:pt x="9979660" y="7604760"/>
                  <a:pt x="9937750" y="7490460"/>
                </a:cubicBezTo>
                <a:cubicBezTo>
                  <a:pt x="9895840" y="7376160"/>
                  <a:pt x="9871710" y="7249160"/>
                  <a:pt x="9886950" y="7132320"/>
                </a:cubicBezTo>
                <a:cubicBezTo>
                  <a:pt x="9900920" y="7015480"/>
                  <a:pt x="9954260" y="6892290"/>
                  <a:pt x="10027920" y="6786880"/>
                </a:cubicBezTo>
                <a:cubicBezTo>
                  <a:pt x="10101580" y="6682740"/>
                  <a:pt x="10218420" y="6586220"/>
                  <a:pt x="10330180" y="6504940"/>
                </a:cubicBezTo>
                <a:cubicBezTo>
                  <a:pt x="10441940" y="6422390"/>
                  <a:pt x="10577830" y="6357620"/>
                  <a:pt x="10695940" y="6295390"/>
                </a:cubicBezTo>
                <a:cubicBezTo>
                  <a:pt x="10815320" y="6233160"/>
                  <a:pt x="10932160" y="6183630"/>
                  <a:pt x="11041380" y="6129020"/>
                </a:cubicBezTo>
                <a:cubicBezTo>
                  <a:pt x="11150600" y="6073140"/>
                  <a:pt x="11247120" y="6018530"/>
                  <a:pt x="11349990" y="5962650"/>
                </a:cubicBezTo>
                <a:cubicBezTo>
                  <a:pt x="11454130" y="5905500"/>
                  <a:pt x="11551920" y="5843270"/>
                  <a:pt x="11663680" y="5789930"/>
                </a:cubicBezTo>
                <a:cubicBezTo>
                  <a:pt x="11775440" y="5736590"/>
                  <a:pt x="11894820" y="5680710"/>
                  <a:pt x="12024360" y="5641340"/>
                </a:cubicBezTo>
                <a:cubicBezTo>
                  <a:pt x="12152630" y="5600700"/>
                  <a:pt x="12292330" y="5567680"/>
                  <a:pt x="12435840" y="5547360"/>
                </a:cubicBezTo>
                <a:cubicBezTo>
                  <a:pt x="12579350" y="5527040"/>
                  <a:pt x="12729210" y="5519420"/>
                  <a:pt x="12881610" y="5519420"/>
                </a:cubicBezTo>
                <a:cubicBezTo>
                  <a:pt x="13034010" y="5518150"/>
                  <a:pt x="13190220" y="5525770"/>
                  <a:pt x="13350240" y="5543550"/>
                </a:cubicBezTo>
                <a:cubicBezTo>
                  <a:pt x="13508990" y="5561330"/>
                  <a:pt x="13675360" y="5584190"/>
                  <a:pt x="13835380" y="5623560"/>
                </a:cubicBezTo>
                <a:cubicBezTo>
                  <a:pt x="13995400" y="5664200"/>
                  <a:pt x="14164310" y="5713730"/>
                  <a:pt x="14311630" y="5781040"/>
                </a:cubicBezTo>
                <a:cubicBezTo>
                  <a:pt x="14458950" y="5849620"/>
                  <a:pt x="14603730" y="5935980"/>
                  <a:pt x="14718030" y="6035040"/>
                </a:cubicBezTo>
                <a:cubicBezTo>
                  <a:pt x="14832330" y="6132830"/>
                  <a:pt x="14926310" y="6249670"/>
                  <a:pt x="14996160" y="6369050"/>
                </a:cubicBezTo>
                <a:cubicBezTo>
                  <a:pt x="15067280" y="6487160"/>
                  <a:pt x="15107920" y="6617970"/>
                  <a:pt x="15140940" y="6744970"/>
                </a:cubicBezTo>
                <a:cubicBezTo>
                  <a:pt x="15172690" y="6871970"/>
                  <a:pt x="15184120" y="7001510"/>
                  <a:pt x="15193010" y="7132320"/>
                </a:cubicBezTo>
                <a:close/>
                <a:moveTo>
                  <a:pt x="15502890" y="7132320"/>
                </a:moveTo>
                <a:cubicBezTo>
                  <a:pt x="15520670" y="7277100"/>
                  <a:pt x="15534640" y="7425690"/>
                  <a:pt x="15525750" y="7575550"/>
                </a:cubicBezTo>
                <a:cubicBezTo>
                  <a:pt x="15518130" y="7724140"/>
                  <a:pt x="15504160" y="7882890"/>
                  <a:pt x="15449550" y="8031480"/>
                </a:cubicBezTo>
                <a:cubicBezTo>
                  <a:pt x="15396210" y="8178800"/>
                  <a:pt x="15317470" y="8333740"/>
                  <a:pt x="15203170" y="8463280"/>
                </a:cubicBezTo>
                <a:cubicBezTo>
                  <a:pt x="15088870" y="8592820"/>
                  <a:pt x="14932660" y="8714740"/>
                  <a:pt x="14763750" y="8808720"/>
                </a:cubicBezTo>
                <a:cubicBezTo>
                  <a:pt x="14596110" y="8902700"/>
                  <a:pt x="14390370" y="8972550"/>
                  <a:pt x="14193520" y="9025890"/>
                </a:cubicBezTo>
                <a:cubicBezTo>
                  <a:pt x="13996670" y="9079230"/>
                  <a:pt x="13782040" y="9104630"/>
                  <a:pt x="13582650" y="9126220"/>
                </a:cubicBezTo>
                <a:cubicBezTo>
                  <a:pt x="13383260" y="9147810"/>
                  <a:pt x="13185140" y="9151620"/>
                  <a:pt x="12994640" y="9154160"/>
                </a:cubicBezTo>
                <a:cubicBezTo>
                  <a:pt x="12802870" y="9155430"/>
                  <a:pt x="12618720" y="9151620"/>
                  <a:pt x="12435840" y="9138920"/>
                </a:cubicBezTo>
                <a:cubicBezTo>
                  <a:pt x="12252960" y="9126220"/>
                  <a:pt x="12072620" y="9108440"/>
                  <a:pt x="11898630" y="9075420"/>
                </a:cubicBezTo>
                <a:cubicBezTo>
                  <a:pt x="11725910" y="9042400"/>
                  <a:pt x="11553190" y="8999220"/>
                  <a:pt x="11393170" y="8943340"/>
                </a:cubicBezTo>
                <a:cubicBezTo>
                  <a:pt x="11234420" y="8888730"/>
                  <a:pt x="11083290" y="8817610"/>
                  <a:pt x="10941050" y="8743950"/>
                </a:cubicBezTo>
                <a:cubicBezTo>
                  <a:pt x="10798810" y="8669020"/>
                  <a:pt x="10668000" y="8583930"/>
                  <a:pt x="10541000" y="8496300"/>
                </a:cubicBezTo>
                <a:cubicBezTo>
                  <a:pt x="10414000" y="8408670"/>
                  <a:pt x="10292080" y="8317230"/>
                  <a:pt x="10179050" y="8218170"/>
                </a:cubicBezTo>
                <a:cubicBezTo>
                  <a:pt x="10066020" y="8117840"/>
                  <a:pt x="9951720" y="8013700"/>
                  <a:pt x="9864090" y="7899400"/>
                </a:cubicBezTo>
                <a:cubicBezTo>
                  <a:pt x="9777730" y="7785100"/>
                  <a:pt x="9696450" y="7658100"/>
                  <a:pt x="9659620" y="7529830"/>
                </a:cubicBezTo>
                <a:cubicBezTo>
                  <a:pt x="9622790" y="7401560"/>
                  <a:pt x="9612630" y="7260590"/>
                  <a:pt x="9643110" y="7132320"/>
                </a:cubicBezTo>
                <a:cubicBezTo>
                  <a:pt x="9673590" y="7004050"/>
                  <a:pt x="9751060" y="6871970"/>
                  <a:pt x="9841230" y="6760210"/>
                </a:cubicBezTo>
                <a:cubicBezTo>
                  <a:pt x="9932670" y="6648450"/>
                  <a:pt x="10066020" y="6549390"/>
                  <a:pt x="10186670" y="6461760"/>
                </a:cubicBezTo>
                <a:cubicBezTo>
                  <a:pt x="10307320" y="6374130"/>
                  <a:pt x="10445750" y="6304280"/>
                  <a:pt x="10566400" y="6233160"/>
                </a:cubicBezTo>
                <a:cubicBezTo>
                  <a:pt x="10685780" y="6160770"/>
                  <a:pt x="10798810" y="6099810"/>
                  <a:pt x="10908030" y="6032500"/>
                </a:cubicBezTo>
                <a:cubicBezTo>
                  <a:pt x="11017250" y="5963920"/>
                  <a:pt x="11112500" y="5894070"/>
                  <a:pt x="11222990" y="5825490"/>
                </a:cubicBezTo>
                <a:cubicBezTo>
                  <a:pt x="11332210" y="5755640"/>
                  <a:pt x="11440160" y="5680710"/>
                  <a:pt x="11564620" y="5618480"/>
                </a:cubicBezTo>
                <a:cubicBezTo>
                  <a:pt x="11690350" y="5556250"/>
                  <a:pt x="11826240" y="5496560"/>
                  <a:pt x="11972290" y="5452110"/>
                </a:cubicBezTo>
                <a:cubicBezTo>
                  <a:pt x="12117070" y="5407660"/>
                  <a:pt x="12274550" y="5374640"/>
                  <a:pt x="12435840" y="5351780"/>
                </a:cubicBezTo>
                <a:cubicBezTo>
                  <a:pt x="12597130" y="5328920"/>
                  <a:pt x="12764770" y="5318760"/>
                  <a:pt x="12937490" y="5316220"/>
                </a:cubicBezTo>
                <a:cubicBezTo>
                  <a:pt x="13110210" y="5313680"/>
                  <a:pt x="13288010" y="5318760"/>
                  <a:pt x="13468350" y="5336540"/>
                </a:cubicBezTo>
                <a:cubicBezTo>
                  <a:pt x="13648690" y="5354320"/>
                  <a:pt x="13840460" y="5379720"/>
                  <a:pt x="14019530" y="5425440"/>
                </a:cubicBezTo>
                <a:cubicBezTo>
                  <a:pt x="14199870" y="5471160"/>
                  <a:pt x="14387830" y="5532120"/>
                  <a:pt x="14546580" y="5612130"/>
                </a:cubicBezTo>
                <a:cubicBezTo>
                  <a:pt x="14706600" y="5693410"/>
                  <a:pt x="14859000" y="5796280"/>
                  <a:pt x="14978380" y="5909310"/>
                </a:cubicBezTo>
                <a:cubicBezTo>
                  <a:pt x="15099030" y="6021070"/>
                  <a:pt x="15191740" y="6155690"/>
                  <a:pt x="15266670" y="6287770"/>
                </a:cubicBezTo>
                <a:cubicBezTo>
                  <a:pt x="15340330" y="6421120"/>
                  <a:pt x="15384780" y="6563360"/>
                  <a:pt x="15424150" y="6704330"/>
                </a:cubicBezTo>
                <a:cubicBezTo>
                  <a:pt x="15463520" y="6845300"/>
                  <a:pt x="15486380" y="6987540"/>
                  <a:pt x="15502890" y="7132320"/>
                </a:cubicBezTo>
                <a:close/>
                <a:moveTo>
                  <a:pt x="15829280" y="7132320"/>
                </a:moveTo>
                <a:cubicBezTo>
                  <a:pt x="15855950" y="7292340"/>
                  <a:pt x="15882620" y="7458710"/>
                  <a:pt x="15873730" y="7625080"/>
                </a:cubicBezTo>
                <a:cubicBezTo>
                  <a:pt x="15864840" y="7790180"/>
                  <a:pt x="15844520" y="7967980"/>
                  <a:pt x="15777210" y="8129270"/>
                </a:cubicBezTo>
                <a:cubicBezTo>
                  <a:pt x="15709900" y="8290560"/>
                  <a:pt x="15605760" y="8455660"/>
                  <a:pt x="15468600" y="8591550"/>
                </a:cubicBezTo>
                <a:cubicBezTo>
                  <a:pt x="15331440" y="8727440"/>
                  <a:pt x="15146020" y="8850630"/>
                  <a:pt x="14954250" y="8945880"/>
                </a:cubicBezTo>
                <a:cubicBezTo>
                  <a:pt x="14763750" y="9041130"/>
                  <a:pt x="14536420" y="9109710"/>
                  <a:pt x="14321790" y="9164320"/>
                </a:cubicBezTo>
                <a:cubicBezTo>
                  <a:pt x="14107160" y="9218930"/>
                  <a:pt x="13881100" y="9248140"/>
                  <a:pt x="13667740" y="9273540"/>
                </a:cubicBezTo>
                <a:cubicBezTo>
                  <a:pt x="13454380" y="9298940"/>
                  <a:pt x="13244830" y="9311640"/>
                  <a:pt x="13040360" y="9319260"/>
                </a:cubicBezTo>
                <a:cubicBezTo>
                  <a:pt x="12834620" y="9326880"/>
                  <a:pt x="12633960" y="9329420"/>
                  <a:pt x="12435840" y="9319260"/>
                </a:cubicBezTo>
                <a:cubicBezTo>
                  <a:pt x="12237720" y="9307830"/>
                  <a:pt x="12039600" y="9288780"/>
                  <a:pt x="11849100" y="9254490"/>
                </a:cubicBezTo>
                <a:cubicBezTo>
                  <a:pt x="11659870" y="9218930"/>
                  <a:pt x="11473180" y="9169400"/>
                  <a:pt x="11299190" y="9108440"/>
                </a:cubicBezTo>
                <a:cubicBezTo>
                  <a:pt x="11123930" y="9048750"/>
                  <a:pt x="10960100" y="8972550"/>
                  <a:pt x="10801350" y="8893810"/>
                </a:cubicBezTo>
                <a:cubicBezTo>
                  <a:pt x="10643870" y="8813800"/>
                  <a:pt x="10495280" y="8726170"/>
                  <a:pt x="10351770" y="8633460"/>
                </a:cubicBezTo>
                <a:cubicBezTo>
                  <a:pt x="10208260" y="8539480"/>
                  <a:pt x="10064750" y="8442960"/>
                  <a:pt x="9937750" y="8333740"/>
                </a:cubicBezTo>
                <a:cubicBezTo>
                  <a:pt x="9810750" y="8225790"/>
                  <a:pt x="9679940" y="8108950"/>
                  <a:pt x="9589770" y="7980680"/>
                </a:cubicBezTo>
                <a:cubicBezTo>
                  <a:pt x="9499600" y="7853680"/>
                  <a:pt x="9420860" y="7708900"/>
                  <a:pt x="9394190" y="7567930"/>
                </a:cubicBezTo>
                <a:cubicBezTo>
                  <a:pt x="9366250" y="7426960"/>
                  <a:pt x="9378950" y="7270750"/>
                  <a:pt x="9425940" y="7132320"/>
                </a:cubicBezTo>
                <a:cubicBezTo>
                  <a:pt x="9474200" y="6993890"/>
                  <a:pt x="9575800" y="6855460"/>
                  <a:pt x="9679940" y="6737350"/>
                </a:cubicBezTo>
                <a:cubicBezTo>
                  <a:pt x="9785350" y="6619240"/>
                  <a:pt x="9928860" y="6517640"/>
                  <a:pt x="10054590" y="6422390"/>
                </a:cubicBezTo>
                <a:cubicBezTo>
                  <a:pt x="10180320" y="6327140"/>
                  <a:pt x="10313670" y="6250940"/>
                  <a:pt x="10431780" y="6168390"/>
                </a:cubicBezTo>
                <a:cubicBezTo>
                  <a:pt x="10548620" y="6085840"/>
                  <a:pt x="10654030" y="6009640"/>
                  <a:pt x="10761980" y="5927090"/>
                </a:cubicBezTo>
                <a:cubicBezTo>
                  <a:pt x="10871200" y="5845810"/>
                  <a:pt x="10968990" y="5758180"/>
                  <a:pt x="11085830" y="5678170"/>
                </a:cubicBezTo>
                <a:cubicBezTo>
                  <a:pt x="11202670" y="5596890"/>
                  <a:pt x="11324590" y="5510530"/>
                  <a:pt x="11463020" y="5441950"/>
                </a:cubicBezTo>
                <a:cubicBezTo>
                  <a:pt x="11601450" y="5372100"/>
                  <a:pt x="11756390" y="5308600"/>
                  <a:pt x="11918950" y="5260340"/>
                </a:cubicBezTo>
                <a:cubicBezTo>
                  <a:pt x="12080240" y="5210810"/>
                  <a:pt x="12256770" y="5176520"/>
                  <a:pt x="12435840" y="5149850"/>
                </a:cubicBezTo>
                <a:cubicBezTo>
                  <a:pt x="12614910" y="5124450"/>
                  <a:pt x="12802870" y="5109210"/>
                  <a:pt x="12995910" y="5104130"/>
                </a:cubicBezTo>
                <a:cubicBezTo>
                  <a:pt x="13188950" y="5099050"/>
                  <a:pt x="13392150" y="5099050"/>
                  <a:pt x="13594080" y="5119370"/>
                </a:cubicBezTo>
                <a:cubicBezTo>
                  <a:pt x="13796010" y="5138420"/>
                  <a:pt x="14011910" y="5167630"/>
                  <a:pt x="14208760" y="5220970"/>
                </a:cubicBezTo>
                <a:cubicBezTo>
                  <a:pt x="14406880" y="5275580"/>
                  <a:pt x="14610080" y="5349240"/>
                  <a:pt x="14780260" y="5444490"/>
                </a:cubicBezTo>
                <a:cubicBezTo>
                  <a:pt x="14951710" y="5538470"/>
                  <a:pt x="15106650" y="5659120"/>
                  <a:pt x="15232380" y="5787390"/>
                </a:cubicBezTo>
                <a:cubicBezTo>
                  <a:pt x="15356840" y="5914390"/>
                  <a:pt x="15450820" y="6062980"/>
                  <a:pt x="15530830" y="6209030"/>
                </a:cubicBezTo>
                <a:cubicBezTo>
                  <a:pt x="15612110" y="6355080"/>
                  <a:pt x="15664180" y="6508750"/>
                  <a:pt x="15713710" y="6662420"/>
                </a:cubicBezTo>
                <a:cubicBezTo>
                  <a:pt x="15763240" y="6817360"/>
                  <a:pt x="15802610" y="6972300"/>
                  <a:pt x="15829280" y="7132320"/>
                </a:cubicBezTo>
                <a:close/>
                <a:moveTo>
                  <a:pt x="16172180" y="7132320"/>
                </a:moveTo>
                <a:cubicBezTo>
                  <a:pt x="16207740" y="7308850"/>
                  <a:pt x="16242030" y="7494270"/>
                  <a:pt x="16230600" y="7675880"/>
                </a:cubicBezTo>
                <a:cubicBezTo>
                  <a:pt x="16217900" y="7857490"/>
                  <a:pt x="16182340" y="8051800"/>
                  <a:pt x="16097250" y="8224520"/>
                </a:cubicBezTo>
                <a:cubicBezTo>
                  <a:pt x="16012160" y="8397240"/>
                  <a:pt x="15877540" y="8569960"/>
                  <a:pt x="15716250" y="8710930"/>
                </a:cubicBezTo>
                <a:cubicBezTo>
                  <a:pt x="15554960" y="8851900"/>
                  <a:pt x="15340330" y="8973820"/>
                  <a:pt x="15128240" y="9070340"/>
                </a:cubicBezTo>
                <a:cubicBezTo>
                  <a:pt x="14916150" y="9168130"/>
                  <a:pt x="14671040" y="9236710"/>
                  <a:pt x="14442440" y="9293860"/>
                </a:cubicBezTo>
                <a:cubicBezTo>
                  <a:pt x="14212570" y="9352280"/>
                  <a:pt x="13977620" y="9387840"/>
                  <a:pt x="13751560" y="9419590"/>
                </a:cubicBezTo>
                <a:cubicBezTo>
                  <a:pt x="13525500" y="9452610"/>
                  <a:pt x="13305790" y="9475470"/>
                  <a:pt x="13087350" y="9488170"/>
                </a:cubicBezTo>
                <a:cubicBezTo>
                  <a:pt x="12867640" y="9502140"/>
                  <a:pt x="12650470" y="9509760"/>
                  <a:pt x="12435840" y="9499600"/>
                </a:cubicBezTo>
                <a:cubicBezTo>
                  <a:pt x="12221210" y="9490710"/>
                  <a:pt x="12006580" y="9469120"/>
                  <a:pt x="11800840" y="9431020"/>
                </a:cubicBezTo>
                <a:cubicBezTo>
                  <a:pt x="11595100" y="9392920"/>
                  <a:pt x="11394440" y="9337040"/>
                  <a:pt x="11205210" y="9272270"/>
                </a:cubicBezTo>
                <a:cubicBezTo>
                  <a:pt x="11014710" y="9208770"/>
                  <a:pt x="10835640" y="9128760"/>
                  <a:pt x="10660380" y="9046210"/>
                </a:cubicBezTo>
                <a:cubicBezTo>
                  <a:pt x="10485120" y="8962390"/>
                  <a:pt x="10316210" y="8873490"/>
                  <a:pt x="10154920" y="8774430"/>
                </a:cubicBezTo>
                <a:cubicBezTo>
                  <a:pt x="9992360" y="8676640"/>
                  <a:pt x="9827260" y="8572500"/>
                  <a:pt x="9688830" y="8454390"/>
                </a:cubicBezTo>
                <a:cubicBezTo>
                  <a:pt x="9549130" y="8335010"/>
                  <a:pt x="9409430" y="8202930"/>
                  <a:pt x="9319260" y="8061960"/>
                </a:cubicBezTo>
                <a:cubicBezTo>
                  <a:pt x="9230360" y="7919720"/>
                  <a:pt x="9163050" y="7757160"/>
                  <a:pt x="9150350" y="7603490"/>
                </a:cubicBezTo>
                <a:cubicBezTo>
                  <a:pt x="9136380" y="7448550"/>
                  <a:pt x="9174480" y="7279640"/>
                  <a:pt x="9239250" y="7132320"/>
                </a:cubicBezTo>
                <a:cubicBezTo>
                  <a:pt x="9304020" y="6985000"/>
                  <a:pt x="9425940" y="6842760"/>
                  <a:pt x="9540240" y="6718300"/>
                </a:cubicBezTo>
                <a:cubicBezTo>
                  <a:pt x="9654540" y="6592570"/>
                  <a:pt x="9801860" y="6487160"/>
                  <a:pt x="9926320" y="6384290"/>
                </a:cubicBezTo>
                <a:cubicBezTo>
                  <a:pt x="10049510" y="6280150"/>
                  <a:pt x="10172700" y="6192520"/>
                  <a:pt x="10285730" y="6097270"/>
                </a:cubicBezTo>
                <a:cubicBezTo>
                  <a:pt x="10398760" y="6002020"/>
                  <a:pt x="10494010" y="5909310"/>
                  <a:pt x="10603230" y="5812790"/>
                </a:cubicBezTo>
                <a:cubicBezTo>
                  <a:pt x="10712450" y="5716270"/>
                  <a:pt x="10815320" y="5613400"/>
                  <a:pt x="10941050" y="5520690"/>
                </a:cubicBezTo>
                <a:cubicBezTo>
                  <a:pt x="11066780" y="5429250"/>
                  <a:pt x="11203940" y="5335270"/>
                  <a:pt x="11357610" y="5259070"/>
                </a:cubicBezTo>
                <a:cubicBezTo>
                  <a:pt x="11512550" y="5182870"/>
                  <a:pt x="11685270" y="5116830"/>
                  <a:pt x="11864340" y="5063490"/>
                </a:cubicBezTo>
                <a:cubicBezTo>
                  <a:pt x="12043410" y="5010150"/>
                  <a:pt x="12236450" y="4970780"/>
                  <a:pt x="12435840" y="4940300"/>
                </a:cubicBezTo>
                <a:cubicBezTo>
                  <a:pt x="12635230" y="4909820"/>
                  <a:pt x="12843510" y="4888230"/>
                  <a:pt x="13058140" y="4880610"/>
                </a:cubicBezTo>
                <a:cubicBezTo>
                  <a:pt x="13272770" y="4871720"/>
                  <a:pt x="13501370" y="4869180"/>
                  <a:pt x="13724890" y="4892040"/>
                </a:cubicBezTo>
                <a:cubicBezTo>
                  <a:pt x="13948410" y="4914900"/>
                  <a:pt x="14187170" y="4950460"/>
                  <a:pt x="14400530" y="5015230"/>
                </a:cubicBezTo>
                <a:cubicBezTo>
                  <a:pt x="14615160" y="5080000"/>
                  <a:pt x="14829790" y="5170170"/>
                  <a:pt x="15008860" y="5279390"/>
                </a:cubicBezTo>
                <a:cubicBezTo>
                  <a:pt x="15189200" y="5388610"/>
                  <a:pt x="15346680" y="5527040"/>
                  <a:pt x="15477490" y="5669280"/>
                </a:cubicBezTo>
                <a:cubicBezTo>
                  <a:pt x="15608300" y="5811520"/>
                  <a:pt x="15706090" y="5971540"/>
                  <a:pt x="15794990" y="6130290"/>
                </a:cubicBezTo>
                <a:cubicBezTo>
                  <a:pt x="15885160" y="6289040"/>
                  <a:pt x="15951200" y="6452870"/>
                  <a:pt x="16014700" y="6619240"/>
                </a:cubicBezTo>
                <a:cubicBezTo>
                  <a:pt x="16076930" y="6786880"/>
                  <a:pt x="16135350" y="6955790"/>
                  <a:pt x="16172180" y="7132320"/>
                </a:cubicBezTo>
                <a:close/>
              </a:path>
            </a:pathLst>
          </a:custGeom>
          <a:noFill/>
          <a:ln w="9525">
            <a:solidFill>
              <a:schemeClr val="tx1">
                <a:alpha val="5000"/>
              </a:schemeClr>
            </a:solidFill>
            <a:prstDash val="solid"/>
            <a:round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Decoration"/>
          <p:cNvSpPr/>
          <p:nvPr/>
        </p:nvSpPr>
        <p:spPr>
          <a:xfrm>
            <a:off x="942340" y="1563624"/>
            <a:ext cx="558800" cy="381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53440" y="514350"/>
            <a:ext cx="10485120" cy="960120"/>
          </a:xfrm>
        </p:spPr>
        <p:txBody>
          <a:bodyPr wrap="square" lIns="91440" tIns="45720" rIns="91440" bIns="45720" anchor="b" rtlCol="0">
            <a:normAutofit/>
          </a:bodyPr>
          <a:lstStyle>
            <a:lvl1pPr marL="0" indent="0" algn="l">
              <a:buNone/>
              <a:defRPr sz="4000" b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53440" y="1783080"/>
            <a:ext cx="10485120" cy="4389120"/>
          </a:xfrm>
        </p:spPr>
        <p:txBody>
          <a:bodyPr wrap="square" lIns="91440" tIns="45720" rIns="91440" bIns="45720" anchor="t" rtlCol="0">
            <a:normAutofit/>
          </a:bodyPr>
          <a:lstStyle>
            <a:lvl1pPr marL="342900" indent="-342900" algn="l">
              <a:spcBef>
                <a:spcPts val="1000"/>
              </a:spcBef>
              <a:buFont typeface="Arial"/>
              <a:buChar char="•"/>
              <a:defRPr sz="2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>
              <a:spcBef>
                <a:spcPts val="400"/>
              </a:spcBef>
              <a:buFont typeface="Arial"/>
              <a:buChar char="–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>
              <a:spcBef>
                <a:spcPts val="400"/>
              </a:spcBef>
              <a:buFont typeface="Arial"/>
              <a:buChar char="▪"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 algn="l">
              <a:spcBef>
                <a:spcPts val="400"/>
              </a:spcBef>
              <a:buFont typeface="Arial"/>
              <a:buChar char="›"/>
              <a:defRPr sz="16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 algn="l">
              <a:spcBef>
                <a:spcPts val="400"/>
              </a:spcBef>
              <a:buFont typeface="Arial"/>
              <a:buChar char="»"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853440" y="6426200"/>
            <a:ext cx="2682240" cy="279400"/>
          </a:xfrm>
        </p:spPr>
        <p:txBody>
          <a:bodyPr lIns="0" tIns="0" rIns="0" bIns="0" anchor="t"/>
          <a:lstStyle>
            <a:lvl1pPr algn="l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l"/>
            <a:fld id="{94BA268F-755A-9839-39A3-B5D8753A5A21}" type="datetime1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10/14/2026</a:t>
            </a:fld>
            <a:endParaRPr lang="en-US" sz="1050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657600" y="6426200"/>
            <a:ext cx="4876800" cy="279400"/>
          </a:xfrm>
        </p:spPr>
        <p:txBody>
          <a:bodyPr lIns="0" tIns="0" rIns="0" bIns="0" anchor="t"/>
          <a:lstStyle>
            <a:lvl1pPr algn="ct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ctr"/>
            <a:endParaRPr lang="en-US" sz="1050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8656320" y="6426200"/>
            <a:ext cx="2682240" cy="279400"/>
          </a:xfrm>
        </p:spPr>
        <p:txBody>
          <a:bodyPr lIns="0" tIns="0" rIns="0" bIns="0" anchor="t"/>
          <a:lstStyle>
            <a:lvl1pPr algn="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r"/>
            <a:fld id="{63FCFA81-0897-A1B2-F5F8-2FC39FBF06A3}" type="slidenum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0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gradFill flip="none" rotWithShape="1">
          <a:gsLst>
            <a:gs pos="0">
              <a:schemeClr val="bg2"/>
            </a:gs>
            <a:gs pos="70000">
              <a:schemeClr val="bg1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"/>
          <p:cNvSpPr/>
          <p:nvPr/>
        </p:nvSpPr>
        <p:spPr>
          <a:xfrm>
            <a:off x="5120640" y="-1371600"/>
            <a:ext cx="9753600" cy="9753600"/>
          </a:xfrm>
          <a:prstGeom prst="ellipse">
            <a:avLst/>
          </a:prstGeom>
          <a:gradFill flip="none" rotWithShape="1">
            <a:gsLst>
              <a:gs pos="0">
                <a:schemeClr val="accent2">
                  <a:alpha val="26000"/>
                </a:schemeClr>
              </a:gs>
              <a:gs pos="37400">
                <a:schemeClr val="accent2">
                  <a:alpha val="11700"/>
                </a:schemeClr>
              </a:gs>
              <a:gs pos="68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Decoration"/>
          <p:cNvSpPr/>
          <p:nvPr/>
        </p:nvSpPr>
        <p:spPr>
          <a:xfrm>
            <a:off x="-2438400" y="2057400"/>
            <a:ext cx="7315200" cy="731520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0000"/>
                </a:schemeClr>
              </a:gs>
              <a:gs pos="37400">
                <a:schemeClr val="accent1">
                  <a:alpha val="9000"/>
                </a:scheme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Decoration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802130" y="5349240"/>
                </a:moveTo>
                <a:cubicBezTo>
                  <a:pt x="1791970" y="5365750"/>
                  <a:pt x="1779270" y="5379720"/>
                  <a:pt x="1767840" y="5392420"/>
                </a:cubicBezTo>
                <a:cubicBezTo>
                  <a:pt x="1756410" y="5406390"/>
                  <a:pt x="1746250" y="5417820"/>
                  <a:pt x="1736090" y="5430520"/>
                </a:cubicBezTo>
                <a:cubicBezTo>
                  <a:pt x="1725930" y="5443220"/>
                  <a:pt x="1717040" y="5454650"/>
                  <a:pt x="1708150" y="5467350"/>
                </a:cubicBezTo>
                <a:cubicBezTo>
                  <a:pt x="1697990" y="5478780"/>
                  <a:pt x="1689100" y="5491480"/>
                  <a:pt x="1677670" y="5504180"/>
                </a:cubicBezTo>
                <a:cubicBezTo>
                  <a:pt x="1666240" y="5515610"/>
                  <a:pt x="1654810" y="5528310"/>
                  <a:pt x="1639570" y="5539740"/>
                </a:cubicBezTo>
                <a:cubicBezTo>
                  <a:pt x="1624330" y="5549900"/>
                  <a:pt x="1607820" y="5560060"/>
                  <a:pt x="1588770" y="5568950"/>
                </a:cubicBezTo>
                <a:cubicBezTo>
                  <a:pt x="1570990" y="5576570"/>
                  <a:pt x="1550670" y="5584190"/>
                  <a:pt x="1529080" y="5589270"/>
                </a:cubicBezTo>
                <a:cubicBezTo>
                  <a:pt x="1508760" y="5594350"/>
                  <a:pt x="1485900" y="5598160"/>
                  <a:pt x="1463040" y="5599430"/>
                </a:cubicBezTo>
                <a:cubicBezTo>
                  <a:pt x="1440180" y="5601970"/>
                  <a:pt x="1416050" y="5601970"/>
                  <a:pt x="1393190" y="5599430"/>
                </a:cubicBezTo>
                <a:cubicBezTo>
                  <a:pt x="1370330" y="5598160"/>
                  <a:pt x="1347470" y="5594350"/>
                  <a:pt x="1325880" y="5588000"/>
                </a:cubicBezTo>
                <a:cubicBezTo>
                  <a:pt x="1304290" y="5581650"/>
                  <a:pt x="1283970" y="5572760"/>
                  <a:pt x="1266190" y="5562600"/>
                </a:cubicBezTo>
                <a:cubicBezTo>
                  <a:pt x="1247140" y="5552440"/>
                  <a:pt x="1231900" y="5539740"/>
                  <a:pt x="1216660" y="5527040"/>
                </a:cubicBezTo>
                <a:cubicBezTo>
                  <a:pt x="1202690" y="5514340"/>
                  <a:pt x="1191260" y="5499100"/>
                  <a:pt x="1179830" y="5485130"/>
                </a:cubicBezTo>
                <a:cubicBezTo>
                  <a:pt x="1167130" y="5472430"/>
                  <a:pt x="1158240" y="5457190"/>
                  <a:pt x="1148080" y="5443220"/>
                </a:cubicBezTo>
                <a:cubicBezTo>
                  <a:pt x="1137920" y="5429250"/>
                  <a:pt x="1127760" y="5414010"/>
                  <a:pt x="1118870" y="5398770"/>
                </a:cubicBezTo>
                <a:cubicBezTo>
                  <a:pt x="1109980" y="5382260"/>
                  <a:pt x="1101090" y="5367020"/>
                  <a:pt x="1096010" y="5349240"/>
                </a:cubicBezTo>
                <a:cubicBezTo>
                  <a:pt x="1090930" y="5331460"/>
                  <a:pt x="1087120" y="5313680"/>
                  <a:pt x="1088390" y="5295900"/>
                </a:cubicBezTo>
                <a:cubicBezTo>
                  <a:pt x="1089660" y="5278120"/>
                  <a:pt x="1094740" y="5259070"/>
                  <a:pt x="1102360" y="5241290"/>
                </a:cubicBezTo>
                <a:cubicBezTo>
                  <a:pt x="1111250" y="5224780"/>
                  <a:pt x="1123950" y="5208270"/>
                  <a:pt x="1137920" y="5193030"/>
                </a:cubicBezTo>
                <a:cubicBezTo>
                  <a:pt x="1153160" y="5177790"/>
                  <a:pt x="1170940" y="5165090"/>
                  <a:pt x="1188720" y="5152390"/>
                </a:cubicBezTo>
                <a:cubicBezTo>
                  <a:pt x="1207770" y="5139690"/>
                  <a:pt x="1228090" y="5128260"/>
                  <a:pt x="1248410" y="5118100"/>
                </a:cubicBezTo>
                <a:cubicBezTo>
                  <a:pt x="1268730" y="5106670"/>
                  <a:pt x="1290320" y="5097780"/>
                  <a:pt x="1313180" y="5088890"/>
                </a:cubicBezTo>
                <a:cubicBezTo>
                  <a:pt x="1336040" y="5080000"/>
                  <a:pt x="1360170" y="5072380"/>
                  <a:pt x="1385570" y="5067300"/>
                </a:cubicBezTo>
                <a:cubicBezTo>
                  <a:pt x="1409700" y="5060950"/>
                  <a:pt x="1436370" y="5057140"/>
                  <a:pt x="1463040" y="5054600"/>
                </a:cubicBezTo>
                <a:cubicBezTo>
                  <a:pt x="1489710" y="5053330"/>
                  <a:pt x="1517650" y="5053330"/>
                  <a:pt x="1544320" y="5055870"/>
                </a:cubicBezTo>
                <a:cubicBezTo>
                  <a:pt x="1570990" y="5058410"/>
                  <a:pt x="1597660" y="5063490"/>
                  <a:pt x="1623060" y="5069840"/>
                </a:cubicBezTo>
                <a:cubicBezTo>
                  <a:pt x="1649730" y="5076190"/>
                  <a:pt x="1675130" y="5085080"/>
                  <a:pt x="1697990" y="5096510"/>
                </a:cubicBezTo>
                <a:cubicBezTo>
                  <a:pt x="1720850" y="5106670"/>
                  <a:pt x="1743710" y="5119370"/>
                  <a:pt x="1762760" y="5133340"/>
                </a:cubicBezTo>
                <a:cubicBezTo>
                  <a:pt x="1781810" y="5148580"/>
                  <a:pt x="1798320" y="5165090"/>
                  <a:pt x="1809750" y="5181600"/>
                </a:cubicBezTo>
                <a:cubicBezTo>
                  <a:pt x="1822450" y="5199380"/>
                  <a:pt x="1830070" y="5219700"/>
                  <a:pt x="1832610" y="5238750"/>
                </a:cubicBezTo>
                <a:cubicBezTo>
                  <a:pt x="1836420" y="5257800"/>
                  <a:pt x="1833880" y="5278120"/>
                  <a:pt x="1828800" y="5297170"/>
                </a:cubicBezTo>
                <a:cubicBezTo>
                  <a:pt x="1823720" y="5314950"/>
                  <a:pt x="1812290" y="5332730"/>
                  <a:pt x="1802130" y="5349240"/>
                </a:cubicBezTo>
                <a:close/>
                <a:moveTo>
                  <a:pt x="2051050" y="5349240"/>
                </a:moveTo>
                <a:cubicBezTo>
                  <a:pt x="2034540" y="5377180"/>
                  <a:pt x="2014220" y="5401310"/>
                  <a:pt x="1997710" y="5425440"/>
                </a:cubicBezTo>
                <a:cubicBezTo>
                  <a:pt x="1979930" y="5449570"/>
                  <a:pt x="1965960" y="5471160"/>
                  <a:pt x="1950720" y="5494020"/>
                </a:cubicBezTo>
                <a:cubicBezTo>
                  <a:pt x="1935480" y="5518150"/>
                  <a:pt x="1924050" y="5541010"/>
                  <a:pt x="1908810" y="5563870"/>
                </a:cubicBezTo>
                <a:cubicBezTo>
                  <a:pt x="1892300" y="5586730"/>
                  <a:pt x="1877060" y="5610860"/>
                  <a:pt x="1856740" y="5632450"/>
                </a:cubicBezTo>
                <a:cubicBezTo>
                  <a:pt x="1836420" y="5655310"/>
                  <a:pt x="1813560" y="5678170"/>
                  <a:pt x="1785620" y="5697220"/>
                </a:cubicBezTo>
                <a:cubicBezTo>
                  <a:pt x="1758950" y="5716270"/>
                  <a:pt x="1727200" y="5734050"/>
                  <a:pt x="1692910" y="5749290"/>
                </a:cubicBezTo>
                <a:cubicBezTo>
                  <a:pt x="1659890" y="5764530"/>
                  <a:pt x="1621790" y="5775960"/>
                  <a:pt x="1583690" y="5786120"/>
                </a:cubicBezTo>
                <a:cubicBezTo>
                  <a:pt x="1545590" y="5795010"/>
                  <a:pt x="1503680" y="5801360"/>
                  <a:pt x="1463040" y="5803900"/>
                </a:cubicBezTo>
                <a:cubicBezTo>
                  <a:pt x="1422400" y="5807710"/>
                  <a:pt x="1379220" y="5807710"/>
                  <a:pt x="1337310" y="5802630"/>
                </a:cubicBezTo>
                <a:cubicBezTo>
                  <a:pt x="1296670" y="5798820"/>
                  <a:pt x="1254760" y="5789930"/>
                  <a:pt x="1216660" y="5777230"/>
                </a:cubicBezTo>
                <a:cubicBezTo>
                  <a:pt x="1178560" y="5765800"/>
                  <a:pt x="1141730" y="5748020"/>
                  <a:pt x="1109980" y="5728970"/>
                </a:cubicBezTo>
                <a:cubicBezTo>
                  <a:pt x="1078230" y="5711190"/>
                  <a:pt x="1050290" y="5688330"/>
                  <a:pt x="1023620" y="5665470"/>
                </a:cubicBezTo>
                <a:cubicBezTo>
                  <a:pt x="998220" y="5642610"/>
                  <a:pt x="976630" y="5618480"/>
                  <a:pt x="953770" y="5594350"/>
                </a:cubicBezTo>
                <a:cubicBezTo>
                  <a:pt x="932180" y="5570220"/>
                  <a:pt x="910590" y="5546090"/>
                  <a:pt x="890270" y="5519420"/>
                </a:cubicBezTo>
                <a:cubicBezTo>
                  <a:pt x="871220" y="5494020"/>
                  <a:pt x="849630" y="5467350"/>
                  <a:pt x="833120" y="5439410"/>
                </a:cubicBezTo>
                <a:cubicBezTo>
                  <a:pt x="816610" y="5411470"/>
                  <a:pt x="800100" y="5380990"/>
                  <a:pt x="791210" y="5349240"/>
                </a:cubicBezTo>
                <a:cubicBezTo>
                  <a:pt x="782320" y="5317490"/>
                  <a:pt x="777240" y="5284470"/>
                  <a:pt x="781050" y="5251450"/>
                </a:cubicBezTo>
                <a:cubicBezTo>
                  <a:pt x="784860" y="5219700"/>
                  <a:pt x="796290" y="5185410"/>
                  <a:pt x="812800" y="5154930"/>
                </a:cubicBezTo>
                <a:cubicBezTo>
                  <a:pt x="829310" y="5124450"/>
                  <a:pt x="854710" y="5095240"/>
                  <a:pt x="880110" y="5068570"/>
                </a:cubicBezTo>
                <a:cubicBezTo>
                  <a:pt x="906780" y="5041900"/>
                  <a:pt x="938530" y="5017770"/>
                  <a:pt x="971550" y="4994910"/>
                </a:cubicBezTo>
                <a:cubicBezTo>
                  <a:pt x="1003300" y="4972050"/>
                  <a:pt x="1038860" y="4950460"/>
                  <a:pt x="1075690" y="4931410"/>
                </a:cubicBezTo>
                <a:cubicBezTo>
                  <a:pt x="1111250" y="4911090"/>
                  <a:pt x="1150620" y="4892040"/>
                  <a:pt x="1191260" y="4876800"/>
                </a:cubicBezTo>
                <a:cubicBezTo>
                  <a:pt x="1231900" y="4860290"/>
                  <a:pt x="1276350" y="4846320"/>
                  <a:pt x="1320800" y="4836160"/>
                </a:cubicBezTo>
                <a:cubicBezTo>
                  <a:pt x="1366520" y="4826000"/>
                  <a:pt x="1414780" y="4818380"/>
                  <a:pt x="1463040" y="4815840"/>
                </a:cubicBezTo>
                <a:cubicBezTo>
                  <a:pt x="1511300" y="4812030"/>
                  <a:pt x="1560830" y="4813300"/>
                  <a:pt x="1609090" y="4818380"/>
                </a:cubicBezTo>
                <a:cubicBezTo>
                  <a:pt x="1657350" y="4823460"/>
                  <a:pt x="1706880" y="4832350"/>
                  <a:pt x="1752600" y="4845050"/>
                </a:cubicBezTo>
                <a:cubicBezTo>
                  <a:pt x="1799590" y="4857750"/>
                  <a:pt x="1845310" y="4872990"/>
                  <a:pt x="1887220" y="4893310"/>
                </a:cubicBezTo>
                <a:cubicBezTo>
                  <a:pt x="1927860" y="4912360"/>
                  <a:pt x="1968500" y="4935220"/>
                  <a:pt x="2000250" y="4961890"/>
                </a:cubicBezTo>
                <a:cubicBezTo>
                  <a:pt x="2032000" y="4988560"/>
                  <a:pt x="2061210" y="5020310"/>
                  <a:pt x="2080260" y="5052060"/>
                </a:cubicBezTo>
                <a:cubicBezTo>
                  <a:pt x="2098040" y="5085080"/>
                  <a:pt x="2109470" y="5121910"/>
                  <a:pt x="2112010" y="5156200"/>
                </a:cubicBezTo>
                <a:cubicBezTo>
                  <a:pt x="2114550" y="5190490"/>
                  <a:pt x="2106930" y="5226050"/>
                  <a:pt x="2096770" y="5259070"/>
                </a:cubicBezTo>
                <a:cubicBezTo>
                  <a:pt x="2086610" y="5290820"/>
                  <a:pt x="2067560" y="5321300"/>
                  <a:pt x="2051050" y="5349240"/>
                </a:cubicBezTo>
                <a:close/>
                <a:moveTo>
                  <a:pt x="2282190" y="5349240"/>
                </a:moveTo>
                <a:cubicBezTo>
                  <a:pt x="2261870" y="5388610"/>
                  <a:pt x="2239010" y="5422900"/>
                  <a:pt x="2219960" y="5457190"/>
                </a:cubicBezTo>
                <a:cubicBezTo>
                  <a:pt x="2200910" y="5492750"/>
                  <a:pt x="2185670" y="5525770"/>
                  <a:pt x="2167890" y="5560060"/>
                </a:cubicBezTo>
                <a:cubicBezTo>
                  <a:pt x="2150110" y="5594350"/>
                  <a:pt x="2136140" y="5628640"/>
                  <a:pt x="2115820" y="5662930"/>
                </a:cubicBezTo>
                <a:cubicBezTo>
                  <a:pt x="2094230" y="5697220"/>
                  <a:pt x="2072640" y="5734050"/>
                  <a:pt x="2042160" y="5765800"/>
                </a:cubicBezTo>
                <a:cubicBezTo>
                  <a:pt x="2012950" y="5798820"/>
                  <a:pt x="1977390" y="5831840"/>
                  <a:pt x="1936750" y="5859780"/>
                </a:cubicBezTo>
                <a:cubicBezTo>
                  <a:pt x="1896110" y="5887720"/>
                  <a:pt x="1849120" y="5913120"/>
                  <a:pt x="1799590" y="5933440"/>
                </a:cubicBezTo>
                <a:cubicBezTo>
                  <a:pt x="1750060" y="5955030"/>
                  <a:pt x="1695450" y="5972810"/>
                  <a:pt x="1638300" y="5985510"/>
                </a:cubicBezTo>
                <a:cubicBezTo>
                  <a:pt x="1582420" y="5999480"/>
                  <a:pt x="1522730" y="6008370"/>
                  <a:pt x="1463040" y="6012180"/>
                </a:cubicBezTo>
                <a:cubicBezTo>
                  <a:pt x="1403350" y="6015990"/>
                  <a:pt x="1341120" y="6014720"/>
                  <a:pt x="1281430" y="6007100"/>
                </a:cubicBezTo>
                <a:cubicBezTo>
                  <a:pt x="1221740" y="5999480"/>
                  <a:pt x="1162050" y="5984240"/>
                  <a:pt x="1108710" y="5965190"/>
                </a:cubicBezTo>
                <a:cubicBezTo>
                  <a:pt x="1054100" y="5947410"/>
                  <a:pt x="1003300" y="5920740"/>
                  <a:pt x="957580" y="5892800"/>
                </a:cubicBezTo>
                <a:cubicBezTo>
                  <a:pt x="911860" y="5866130"/>
                  <a:pt x="872490" y="5834380"/>
                  <a:pt x="834390" y="5802630"/>
                </a:cubicBezTo>
                <a:cubicBezTo>
                  <a:pt x="795020" y="5770880"/>
                  <a:pt x="762000" y="5737860"/>
                  <a:pt x="726440" y="5703570"/>
                </a:cubicBezTo>
                <a:cubicBezTo>
                  <a:pt x="692150" y="5669280"/>
                  <a:pt x="657860" y="5636260"/>
                  <a:pt x="626110" y="5599430"/>
                </a:cubicBezTo>
                <a:cubicBezTo>
                  <a:pt x="594360" y="5561330"/>
                  <a:pt x="560070" y="5523230"/>
                  <a:pt x="535940" y="5482590"/>
                </a:cubicBezTo>
                <a:cubicBezTo>
                  <a:pt x="510540" y="5440680"/>
                  <a:pt x="487680" y="5394960"/>
                  <a:pt x="476250" y="5349240"/>
                </a:cubicBezTo>
                <a:cubicBezTo>
                  <a:pt x="466090" y="5303520"/>
                  <a:pt x="462280" y="5253990"/>
                  <a:pt x="471170" y="5207000"/>
                </a:cubicBezTo>
                <a:cubicBezTo>
                  <a:pt x="478790" y="5160010"/>
                  <a:pt x="499110" y="5113020"/>
                  <a:pt x="524510" y="5069840"/>
                </a:cubicBezTo>
                <a:cubicBezTo>
                  <a:pt x="549910" y="5025390"/>
                  <a:pt x="586740" y="4984750"/>
                  <a:pt x="624840" y="4945380"/>
                </a:cubicBezTo>
                <a:cubicBezTo>
                  <a:pt x="662940" y="4907280"/>
                  <a:pt x="707390" y="4871720"/>
                  <a:pt x="753110" y="4837430"/>
                </a:cubicBezTo>
                <a:cubicBezTo>
                  <a:pt x="798830" y="4804410"/>
                  <a:pt x="847090" y="4771390"/>
                  <a:pt x="899160" y="4742180"/>
                </a:cubicBezTo>
                <a:cubicBezTo>
                  <a:pt x="951230" y="4712970"/>
                  <a:pt x="1007110" y="4683760"/>
                  <a:pt x="1066800" y="4660900"/>
                </a:cubicBezTo>
                <a:cubicBezTo>
                  <a:pt x="1126490" y="4636770"/>
                  <a:pt x="1189990" y="4616450"/>
                  <a:pt x="1256030" y="4601210"/>
                </a:cubicBezTo>
                <a:cubicBezTo>
                  <a:pt x="1322070" y="4587240"/>
                  <a:pt x="1393190" y="4577080"/>
                  <a:pt x="1463040" y="4573270"/>
                </a:cubicBezTo>
                <a:cubicBezTo>
                  <a:pt x="1532890" y="4569460"/>
                  <a:pt x="1605280" y="4572000"/>
                  <a:pt x="1675130" y="4579620"/>
                </a:cubicBezTo>
                <a:cubicBezTo>
                  <a:pt x="1746250" y="4587240"/>
                  <a:pt x="1817370" y="4599940"/>
                  <a:pt x="1883410" y="4618990"/>
                </a:cubicBezTo>
                <a:cubicBezTo>
                  <a:pt x="1949450" y="4636770"/>
                  <a:pt x="2016760" y="4660900"/>
                  <a:pt x="2075180" y="4690110"/>
                </a:cubicBezTo>
                <a:cubicBezTo>
                  <a:pt x="2133600" y="4719320"/>
                  <a:pt x="2190750" y="4754880"/>
                  <a:pt x="2233930" y="4794250"/>
                </a:cubicBezTo>
                <a:cubicBezTo>
                  <a:pt x="2278380" y="4833620"/>
                  <a:pt x="2315210" y="4880610"/>
                  <a:pt x="2338070" y="4928870"/>
                </a:cubicBezTo>
                <a:cubicBezTo>
                  <a:pt x="2360930" y="4975860"/>
                  <a:pt x="2371090" y="5029200"/>
                  <a:pt x="2371090" y="5078730"/>
                </a:cubicBezTo>
                <a:cubicBezTo>
                  <a:pt x="2372360" y="5126990"/>
                  <a:pt x="2358390" y="5177790"/>
                  <a:pt x="2343150" y="5223510"/>
                </a:cubicBezTo>
                <a:cubicBezTo>
                  <a:pt x="2329180" y="5267960"/>
                  <a:pt x="2303780" y="5309870"/>
                  <a:pt x="2282190" y="5349240"/>
                </a:cubicBezTo>
                <a:close/>
                <a:moveTo>
                  <a:pt x="2503170" y="5349240"/>
                </a:moveTo>
                <a:cubicBezTo>
                  <a:pt x="2481580" y="5398770"/>
                  <a:pt x="2461260" y="5443220"/>
                  <a:pt x="2442210" y="5488940"/>
                </a:cubicBezTo>
                <a:cubicBezTo>
                  <a:pt x="2424430" y="5535930"/>
                  <a:pt x="2410460" y="5580380"/>
                  <a:pt x="2392680" y="5626100"/>
                </a:cubicBezTo>
                <a:cubicBezTo>
                  <a:pt x="2373630" y="5673090"/>
                  <a:pt x="2357120" y="5720080"/>
                  <a:pt x="2331720" y="5767070"/>
                </a:cubicBezTo>
                <a:cubicBezTo>
                  <a:pt x="2305050" y="5812790"/>
                  <a:pt x="2273300" y="5861050"/>
                  <a:pt x="2233930" y="5904230"/>
                </a:cubicBezTo>
                <a:cubicBezTo>
                  <a:pt x="2193290" y="5947410"/>
                  <a:pt x="2145030" y="5989320"/>
                  <a:pt x="2090420" y="6024880"/>
                </a:cubicBezTo>
                <a:cubicBezTo>
                  <a:pt x="2035810" y="6061710"/>
                  <a:pt x="1973580" y="6094730"/>
                  <a:pt x="1907540" y="6122670"/>
                </a:cubicBezTo>
                <a:cubicBezTo>
                  <a:pt x="1841500" y="6149340"/>
                  <a:pt x="1769110" y="6173470"/>
                  <a:pt x="1695450" y="6189980"/>
                </a:cubicBezTo>
                <a:cubicBezTo>
                  <a:pt x="1620520" y="6206490"/>
                  <a:pt x="1541780" y="6217920"/>
                  <a:pt x="1463040" y="6221730"/>
                </a:cubicBezTo>
                <a:cubicBezTo>
                  <a:pt x="1384300" y="6224270"/>
                  <a:pt x="1301750" y="6220460"/>
                  <a:pt x="1225550" y="6209030"/>
                </a:cubicBezTo>
                <a:cubicBezTo>
                  <a:pt x="1149350" y="6197600"/>
                  <a:pt x="1071880" y="6176010"/>
                  <a:pt x="1002030" y="6150610"/>
                </a:cubicBezTo>
                <a:cubicBezTo>
                  <a:pt x="933450" y="6123940"/>
                  <a:pt x="868680" y="6089650"/>
                  <a:pt x="808990" y="6054090"/>
                </a:cubicBezTo>
                <a:cubicBezTo>
                  <a:pt x="749300" y="6018530"/>
                  <a:pt x="697230" y="5977890"/>
                  <a:pt x="643890" y="5938520"/>
                </a:cubicBezTo>
                <a:cubicBezTo>
                  <a:pt x="591820" y="5899150"/>
                  <a:pt x="543560" y="5858510"/>
                  <a:pt x="494030" y="5815330"/>
                </a:cubicBezTo>
                <a:cubicBezTo>
                  <a:pt x="445770" y="5772150"/>
                  <a:pt x="394970" y="5728970"/>
                  <a:pt x="350520" y="5680710"/>
                </a:cubicBezTo>
                <a:cubicBezTo>
                  <a:pt x="306070" y="5632450"/>
                  <a:pt x="260350" y="5581650"/>
                  <a:pt x="227330" y="5525770"/>
                </a:cubicBezTo>
                <a:cubicBezTo>
                  <a:pt x="195580" y="5471160"/>
                  <a:pt x="167640" y="5410200"/>
                  <a:pt x="156210" y="5349240"/>
                </a:cubicBezTo>
                <a:cubicBezTo>
                  <a:pt x="144780" y="5288280"/>
                  <a:pt x="146050" y="5223510"/>
                  <a:pt x="160020" y="5162550"/>
                </a:cubicBezTo>
                <a:cubicBezTo>
                  <a:pt x="173990" y="5101590"/>
                  <a:pt x="204470" y="5040630"/>
                  <a:pt x="238760" y="4984750"/>
                </a:cubicBezTo>
                <a:cubicBezTo>
                  <a:pt x="274320" y="4927600"/>
                  <a:pt x="321310" y="4874260"/>
                  <a:pt x="369570" y="4823460"/>
                </a:cubicBezTo>
                <a:cubicBezTo>
                  <a:pt x="419100" y="4772660"/>
                  <a:pt x="473710" y="4724400"/>
                  <a:pt x="532130" y="4678680"/>
                </a:cubicBezTo>
                <a:cubicBezTo>
                  <a:pt x="590550" y="4632960"/>
                  <a:pt x="652780" y="4588510"/>
                  <a:pt x="720090" y="4549140"/>
                </a:cubicBezTo>
                <a:cubicBezTo>
                  <a:pt x="788670" y="4509770"/>
                  <a:pt x="861060" y="4470400"/>
                  <a:pt x="939800" y="4439920"/>
                </a:cubicBezTo>
                <a:cubicBezTo>
                  <a:pt x="1018540" y="4409440"/>
                  <a:pt x="1103630" y="4381500"/>
                  <a:pt x="1191260" y="4363720"/>
                </a:cubicBezTo>
                <a:cubicBezTo>
                  <a:pt x="1277620" y="4344670"/>
                  <a:pt x="1371600" y="4333240"/>
                  <a:pt x="1463040" y="4329430"/>
                </a:cubicBezTo>
                <a:cubicBezTo>
                  <a:pt x="1554480" y="4325620"/>
                  <a:pt x="1649730" y="4329430"/>
                  <a:pt x="1742440" y="4339590"/>
                </a:cubicBezTo>
                <a:cubicBezTo>
                  <a:pt x="1833880" y="4349750"/>
                  <a:pt x="1927860" y="4367530"/>
                  <a:pt x="2014220" y="4391660"/>
                </a:cubicBezTo>
                <a:cubicBezTo>
                  <a:pt x="2100580" y="4417060"/>
                  <a:pt x="2188210" y="4448810"/>
                  <a:pt x="2261870" y="4488180"/>
                </a:cubicBezTo>
                <a:cubicBezTo>
                  <a:pt x="2336800" y="4528820"/>
                  <a:pt x="2406650" y="4577080"/>
                  <a:pt x="2459990" y="4631690"/>
                </a:cubicBezTo>
                <a:cubicBezTo>
                  <a:pt x="2513330" y="4685030"/>
                  <a:pt x="2555240" y="4749800"/>
                  <a:pt x="2580640" y="4812030"/>
                </a:cubicBezTo>
                <a:cubicBezTo>
                  <a:pt x="2604770" y="4874260"/>
                  <a:pt x="2611120" y="4944110"/>
                  <a:pt x="2609850" y="5007610"/>
                </a:cubicBezTo>
                <a:cubicBezTo>
                  <a:pt x="2608580" y="5069840"/>
                  <a:pt x="2588260" y="5133340"/>
                  <a:pt x="2570480" y="5190490"/>
                </a:cubicBezTo>
                <a:cubicBezTo>
                  <a:pt x="2552700" y="5247640"/>
                  <a:pt x="2524760" y="5299710"/>
                  <a:pt x="2503170" y="5349240"/>
                </a:cubicBezTo>
                <a:close/>
                <a:moveTo>
                  <a:pt x="2719070" y="5349240"/>
                </a:moveTo>
                <a:cubicBezTo>
                  <a:pt x="2701290" y="5408930"/>
                  <a:pt x="2686050" y="5464810"/>
                  <a:pt x="2670810" y="5521960"/>
                </a:cubicBezTo>
                <a:cubicBezTo>
                  <a:pt x="2654300" y="5580380"/>
                  <a:pt x="2645410" y="5637530"/>
                  <a:pt x="2626360" y="5695950"/>
                </a:cubicBezTo>
                <a:cubicBezTo>
                  <a:pt x="2607310" y="5754370"/>
                  <a:pt x="2586990" y="5816600"/>
                  <a:pt x="2555240" y="5875020"/>
                </a:cubicBezTo>
                <a:cubicBezTo>
                  <a:pt x="2522220" y="5932170"/>
                  <a:pt x="2481580" y="5991860"/>
                  <a:pt x="2429510" y="6045200"/>
                </a:cubicBezTo>
                <a:cubicBezTo>
                  <a:pt x="2378710" y="6098540"/>
                  <a:pt x="2316480" y="6150610"/>
                  <a:pt x="2247900" y="6195060"/>
                </a:cubicBezTo>
                <a:cubicBezTo>
                  <a:pt x="2179320" y="6239510"/>
                  <a:pt x="2100580" y="6280150"/>
                  <a:pt x="2018030" y="6313170"/>
                </a:cubicBezTo>
                <a:cubicBezTo>
                  <a:pt x="1935480" y="6347460"/>
                  <a:pt x="1844040" y="6376670"/>
                  <a:pt x="1752600" y="6395720"/>
                </a:cubicBezTo>
                <a:cubicBezTo>
                  <a:pt x="1659890" y="6414770"/>
                  <a:pt x="1559560" y="6428740"/>
                  <a:pt x="1463040" y="6431280"/>
                </a:cubicBezTo>
                <a:cubicBezTo>
                  <a:pt x="1366520" y="6432550"/>
                  <a:pt x="1264920" y="6424930"/>
                  <a:pt x="1170940" y="6408420"/>
                </a:cubicBezTo>
                <a:cubicBezTo>
                  <a:pt x="1076960" y="6391910"/>
                  <a:pt x="982980" y="6362700"/>
                  <a:pt x="899160" y="6329680"/>
                </a:cubicBezTo>
                <a:cubicBezTo>
                  <a:pt x="814070" y="6297930"/>
                  <a:pt x="736600" y="6254750"/>
                  <a:pt x="661670" y="6212840"/>
                </a:cubicBezTo>
                <a:cubicBezTo>
                  <a:pt x="588010" y="6169660"/>
                  <a:pt x="520700" y="6123940"/>
                  <a:pt x="452120" y="6076950"/>
                </a:cubicBezTo>
                <a:cubicBezTo>
                  <a:pt x="384810" y="6029960"/>
                  <a:pt x="318770" y="5982970"/>
                  <a:pt x="254000" y="5930900"/>
                </a:cubicBezTo>
                <a:cubicBezTo>
                  <a:pt x="189230" y="5878830"/>
                  <a:pt x="120650" y="5826760"/>
                  <a:pt x="63500" y="5767070"/>
                </a:cubicBezTo>
                <a:cubicBezTo>
                  <a:pt x="6350" y="5706110"/>
                  <a:pt x="-50800" y="5641340"/>
                  <a:pt x="-88900" y="5571490"/>
                </a:cubicBezTo>
                <a:cubicBezTo>
                  <a:pt x="-127000" y="5501640"/>
                  <a:pt x="-156210" y="5424170"/>
                  <a:pt x="-166370" y="5349240"/>
                </a:cubicBezTo>
                <a:cubicBezTo>
                  <a:pt x="-176530" y="5274310"/>
                  <a:pt x="-167640" y="5193030"/>
                  <a:pt x="-147320" y="5118100"/>
                </a:cubicBezTo>
                <a:cubicBezTo>
                  <a:pt x="-127000" y="5043170"/>
                  <a:pt x="-87630" y="4969510"/>
                  <a:pt x="-44450" y="4899660"/>
                </a:cubicBezTo>
                <a:cubicBezTo>
                  <a:pt x="0" y="4829810"/>
                  <a:pt x="55880" y="4763770"/>
                  <a:pt x="114300" y="4700270"/>
                </a:cubicBezTo>
                <a:cubicBezTo>
                  <a:pt x="172720" y="4636770"/>
                  <a:pt x="237490" y="4575810"/>
                  <a:pt x="307340" y="4517390"/>
                </a:cubicBezTo>
                <a:cubicBezTo>
                  <a:pt x="378460" y="4458970"/>
                  <a:pt x="453390" y="4401820"/>
                  <a:pt x="537210" y="4352290"/>
                </a:cubicBezTo>
                <a:cubicBezTo>
                  <a:pt x="621030" y="4301490"/>
                  <a:pt x="712470" y="4253230"/>
                  <a:pt x="810260" y="4215130"/>
                </a:cubicBezTo>
                <a:cubicBezTo>
                  <a:pt x="908050" y="4177030"/>
                  <a:pt x="1016000" y="4145280"/>
                  <a:pt x="1123950" y="4123690"/>
                </a:cubicBezTo>
                <a:cubicBezTo>
                  <a:pt x="1233170" y="4102100"/>
                  <a:pt x="1348740" y="4088130"/>
                  <a:pt x="1463040" y="4084320"/>
                </a:cubicBezTo>
                <a:cubicBezTo>
                  <a:pt x="1577340" y="4080510"/>
                  <a:pt x="1695450" y="4084320"/>
                  <a:pt x="1808480" y="4098290"/>
                </a:cubicBezTo>
                <a:cubicBezTo>
                  <a:pt x="1922780" y="4110990"/>
                  <a:pt x="2038350" y="4132580"/>
                  <a:pt x="2143760" y="4165600"/>
                </a:cubicBezTo>
                <a:cubicBezTo>
                  <a:pt x="2250440" y="4197350"/>
                  <a:pt x="2357120" y="4239260"/>
                  <a:pt x="2444750" y="4291330"/>
                </a:cubicBezTo>
                <a:cubicBezTo>
                  <a:pt x="2533650" y="4343400"/>
                  <a:pt x="2616200" y="4406900"/>
                  <a:pt x="2675890" y="4476750"/>
                </a:cubicBezTo>
                <a:cubicBezTo>
                  <a:pt x="2735580" y="4545330"/>
                  <a:pt x="2778760" y="4626610"/>
                  <a:pt x="2804160" y="4704080"/>
                </a:cubicBezTo>
                <a:cubicBezTo>
                  <a:pt x="2828290" y="4781550"/>
                  <a:pt x="2830830" y="4866640"/>
                  <a:pt x="2827020" y="4942840"/>
                </a:cubicBezTo>
                <a:cubicBezTo>
                  <a:pt x="2823210" y="5019040"/>
                  <a:pt x="2800350" y="5092700"/>
                  <a:pt x="2781300" y="5160010"/>
                </a:cubicBezTo>
                <a:cubicBezTo>
                  <a:pt x="2763520" y="5228590"/>
                  <a:pt x="2738120" y="5289550"/>
                  <a:pt x="2719070" y="5349240"/>
                </a:cubicBezTo>
                <a:close/>
                <a:moveTo>
                  <a:pt x="2937510" y="5349240"/>
                </a:moveTo>
                <a:cubicBezTo>
                  <a:pt x="2924810" y="5420360"/>
                  <a:pt x="2918460" y="5486400"/>
                  <a:pt x="2908300" y="5556250"/>
                </a:cubicBezTo>
                <a:cubicBezTo>
                  <a:pt x="2896870" y="5626100"/>
                  <a:pt x="2890520" y="5697220"/>
                  <a:pt x="2870200" y="5768340"/>
                </a:cubicBezTo>
                <a:cubicBezTo>
                  <a:pt x="2849880" y="5840730"/>
                  <a:pt x="2825750" y="5915660"/>
                  <a:pt x="2785110" y="5985510"/>
                </a:cubicBezTo>
                <a:cubicBezTo>
                  <a:pt x="2745740" y="6055360"/>
                  <a:pt x="2693670" y="6126480"/>
                  <a:pt x="2630170" y="6189980"/>
                </a:cubicBezTo>
                <a:cubicBezTo>
                  <a:pt x="2567940" y="6253480"/>
                  <a:pt x="2491740" y="6314440"/>
                  <a:pt x="2407920" y="6366510"/>
                </a:cubicBezTo>
                <a:cubicBezTo>
                  <a:pt x="2324100" y="6419850"/>
                  <a:pt x="2230120" y="6469380"/>
                  <a:pt x="2129790" y="6508750"/>
                </a:cubicBezTo>
                <a:cubicBezTo>
                  <a:pt x="2030730" y="6548120"/>
                  <a:pt x="1920240" y="6582410"/>
                  <a:pt x="1809750" y="6604000"/>
                </a:cubicBezTo>
                <a:cubicBezTo>
                  <a:pt x="1697990" y="6625590"/>
                  <a:pt x="1578610" y="6638290"/>
                  <a:pt x="1463040" y="6638290"/>
                </a:cubicBezTo>
                <a:cubicBezTo>
                  <a:pt x="1347470" y="6638290"/>
                  <a:pt x="1226820" y="6625590"/>
                  <a:pt x="1116330" y="6604000"/>
                </a:cubicBezTo>
                <a:cubicBezTo>
                  <a:pt x="1005840" y="6581140"/>
                  <a:pt x="897890" y="6544310"/>
                  <a:pt x="797560" y="6506210"/>
                </a:cubicBezTo>
                <a:cubicBezTo>
                  <a:pt x="697230" y="6466840"/>
                  <a:pt x="605790" y="6418580"/>
                  <a:pt x="515620" y="6370320"/>
                </a:cubicBezTo>
                <a:cubicBezTo>
                  <a:pt x="425450" y="6322060"/>
                  <a:pt x="341630" y="6271260"/>
                  <a:pt x="255270" y="6217920"/>
                </a:cubicBezTo>
                <a:cubicBezTo>
                  <a:pt x="170180" y="6165850"/>
                  <a:pt x="83820" y="6112510"/>
                  <a:pt x="2540" y="6051550"/>
                </a:cubicBezTo>
                <a:cubicBezTo>
                  <a:pt x="-78740" y="5991860"/>
                  <a:pt x="-165100" y="5928360"/>
                  <a:pt x="-233680" y="5855970"/>
                </a:cubicBezTo>
                <a:cubicBezTo>
                  <a:pt x="-303530" y="5783580"/>
                  <a:pt x="-369570" y="5702300"/>
                  <a:pt x="-411480" y="5617210"/>
                </a:cubicBezTo>
                <a:cubicBezTo>
                  <a:pt x="-453390" y="5533390"/>
                  <a:pt x="-481330" y="5439410"/>
                  <a:pt x="-487680" y="5349240"/>
                </a:cubicBezTo>
                <a:cubicBezTo>
                  <a:pt x="-494030" y="5259070"/>
                  <a:pt x="-477520" y="5163820"/>
                  <a:pt x="-450850" y="5074920"/>
                </a:cubicBezTo>
                <a:cubicBezTo>
                  <a:pt x="-422910" y="4986020"/>
                  <a:pt x="-375920" y="4899660"/>
                  <a:pt x="-325120" y="4815840"/>
                </a:cubicBezTo>
                <a:cubicBezTo>
                  <a:pt x="-274320" y="4733290"/>
                  <a:pt x="-212090" y="4653280"/>
                  <a:pt x="-144780" y="4575810"/>
                </a:cubicBezTo>
                <a:cubicBezTo>
                  <a:pt x="-77470" y="4498340"/>
                  <a:pt x="-3810" y="4423410"/>
                  <a:pt x="78740" y="4352290"/>
                </a:cubicBezTo>
                <a:cubicBezTo>
                  <a:pt x="161290" y="4281170"/>
                  <a:pt x="250190" y="4211320"/>
                  <a:pt x="350520" y="4150360"/>
                </a:cubicBezTo>
                <a:cubicBezTo>
                  <a:pt x="450850" y="4090670"/>
                  <a:pt x="562610" y="4033520"/>
                  <a:pt x="680720" y="3989070"/>
                </a:cubicBezTo>
                <a:cubicBezTo>
                  <a:pt x="797560" y="3943350"/>
                  <a:pt x="927100" y="3906520"/>
                  <a:pt x="1057910" y="3882390"/>
                </a:cubicBezTo>
                <a:cubicBezTo>
                  <a:pt x="1188720" y="3856990"/>
                  <a:pt x="1327150" y="3841750"/>
                  <a:pt x="1463040" y="3837940"/>
                </a:cubicBezTo>
                <a:cubicBezTo>
                  <a:pt x="1598930" y="3832860"/>
                  <a:pt x="1741170" y="3837940"/>
                  <a:pt x="1875790" y="3855720"/>
                </a:cubicBezTo>
                <a:cubicBezTo>
                  <a:pt x="2010410" y="3873500"/>
                  <a:pt x="2148840" y="3900170"/>
                  <a:pt x="2273300" y="3940810"/>
                </a:cubicBezTo>
                <a:cubicBezTo>
                  <a:pt x="2397760" y="3981450"/>
                  <a:pt x="2520950" y="4036060"/>
                  <a:pt x="2621280" y="4100830"/>
                </a:cubicBezTo>
                <a:cubicBezTo>
                  <a:pt x="2721610" y="4165600"/>
                  <a:pt x="2811780" y="4246880"/>
                  <a:pt x="2876550" y="4331970"/>
                </a:cubicBezTo>
                <a:cubicBezTo>
                  <a:pt x="2940050" y="4415790"/>
                  <a:pt x="2981960" y="4514850"/>
                  <a:pt x="3006090" y="4606290"/>
                </a:cubicBezTo>
                <a:cubicBezTo>
                  <a:pt x="3031490" y="4699000"/>
                  <a:pt x="3028950" y="4795520"/>
                  <a:pt x="3025140" y="4883150"/>
                </a:cubicBezTo>
                <a:cubicBezTo>
                  <a:pt x="3020060" y="4970780"/>
                  <a:pt x="2997200" y="5053330"/>
                  <a:pt x="2983230" y="5132070"/>
                </a:cubicBezTo>
                <a:cubicBezTo>
                  <a:pt x="2967990" y="5209540"/>
                  <a:pt x="2950210" y="5278120"/>
                  <a:pt x="2937510" y="5349240"/>
                </a:cubicBezTo>
                <a:close/>
                <a:moveTo>
                  <a:pt x="3163570" y="5349240"/>
                </a:moveTo>
                <a:cubicBezTo>
                  <a:pt x="3158490" y="5430520"/>
                  <a:pt x="3163570" y="5509260"/>
                  <a:pt x="3157220" y="5591810"/>
                </a:cubicBezTo>
                <a:cubicBezTo>
                  <a:pt x="3150870" y="5674360"/>
                  <a:pt x="3147060" y="5760720"/>
                  <a:pt x="3124200" y="5844540"/>
                </a:cubicBezTo>
                <a:cubicBezTo>
                  <a:pt x="3102610" y="5929630"/>
                  <a:pt x="3070860" y="6017260"/>
                  <a:pt x="3022600" y="6099810"/>
                </a:cubicBezTo>
                <a:cubicBezTo>
                  <a:pt x="2974340" y="6181090"/>
                  <a:pt x="2909570" y="6263640"/>
                  <a:pt x="2834640" y="6337300"/>
                </a:cubicBezTo>
                <a:cubicBezTo>
                  <a:pt x="2759710" y="6410960"/>
                  <a:pt x="2668270" y="6480810"/>
                  <a:pt x="2570480" y="6541770"/>
                </a:cubicBezTo>
                <a:cubicBezTo>
                  <a:pt x="2471420" y="6604000"/>
                  <a:pt x="2360930" y="6661150"/>
                  <a:pt x="2242820" y="6705600"/>
                </a:cubicBezTo>
                <a:cubicBezTo>
                  <a:pt x="2125980" y="6750050"/>
                  <a:pt x="1997710" y="6789420"/>
                  <a:pt x="1866900" y="6812280"/>
                </a:cubicBezTo>
                <a:cubicBezTo>
                  <a:pt x="1737360" y="6835140"/>
                  <a:pt x="1596390" y="6846570"/>
                  <a:pt x="1463040" y="6842760"/>
                </a:cubicBezTo>
                <a:cubicBezTo>
                  <a:pt x="1329690" y="6840220"/>
                  <a:pt x="1191260" y="6819900"/>
                  <a:pt x="1064260" y="6793230"/>
                </a:cubicBezTo>
                <a:cubicBezTo>
                  <a:pt x="937260" y="6765290"/>
                  <a:pt x="814070" y="6722110"/>
                  <a:pt x="698500" y="6678930"/>
                </a:cubicBezTo>
                <a:cubicBezTo>
                  <a:pt x="581660" y="6634480"/>
                  <a:pt x="474980" y="6582410"/>
                  <a:pt x="367030" y="6530340"/>
                </a:cubicBezTo>
                <a:cubicBezTo>
                  <a:pt x="259080" y="6478270"/>
                  <a:pt x="154940" y="6424930"/>
                  <a:pt x="50800" y="6366510"/>
                </a:cubicBezTo>
                <a:cubicBezTo>
                  <a:pt x="-54610" y="6308090"/>
                  <a:pt x="-162560" y="6248400"/>
                  <a:pt x="-261620" y="6178550"/>
                </a:cubicBezTo>
                <a:cubicBezTo>
                  <a:pt x="-359410" y="6108700"/>
                  <a:pt x="-462280" y="6032500"/>
                  <a:pt x="-541020" y="5947410"/>
                </a:cubicBezTo>
                <a:cubicBezTo>
                  <a:pt x="-619760" y="5861050"/>
                  <a:pt x="-692150" y="5763260"/>
                  <a:pt x="-735330" y="5664200"/>
                </a:cubicBezTo>
                <a:cubicBezTo>
                  <a:pt x="-779780" y="5563870"/>
                  <a:pt x="-801370" y="5454650"/>
                  <a:pt x="-803910" y="5349240"/>
                </a:cubicBezTo>
                <a:cubicBezTo>
                  <a:pt x="-806450" y="5243830"/>
                  <a:pt x="-782320" y="5134610"/>
                  <a:pt x="-749300" y="5031740"/>
                </a:cubicBezTo>
                <a:cubicBezTo>
                  <a:pt x="-717550" y="4928870"/>
                  <a:pt x="-664210" y="4828540"/>
                  <a:pt x="-607060" y="4732020"/>
                </a:cubicBezTo>
                <a:cubicBezTo>
                  <a:pt x="-549910" y="4634230"/>
                  <a:pt x="-483870" y="4540250"/>
                  <a:pt x="-408940" y="4448810"/>
                </a:cubicBezTo>
                <a:cubicBezTo>
                  <a:pt x="-332740" y="4357370"/>
                  <a:pt x="-251460" y="4267200"/>
                  <a:pt x="-156210" y="4183380"/>
                </a:cubicBezTo>
                <a:cubicBezTo>
                  <a:pt x="-62230" y="4099560"/>
                  <a:pt x="43180" y="4017010"/>
                  <a:pt x="161290" y="3945890"/>
                </a:cubicBezTo>
                <a:cubicBezTo>
                  <a:pt x="278130" y="3876040"/>
                  <a:pt x="410210" y="3810000"/>
                  <a:pt x="548640" y="3759200"/>
                </a:cubicBezTo>
                <a:cubicBezTo>
                  <a:pt x="687070" y="3708400"/>
                  <a:pt x="838200" y="3667760"/>
                  <a:pt x="990600" y="3639820"/>
                </a:cubicBezTo>
                <a:cubicBezTo>
                  <a:pt x="1143000" y="3610610"/>
                  <a:pt x="1304290" y="3594100"/>
                  <a:pt x="1463040" y="3590290"/>
                </a:cubicBezTo>
                <a:cubicBezTo>
                  <a:pt x="1621790" y="3585210"/>
                  <a:pt x="1786890" y="3591560"/>
                  <a:pt x="1941830" y="3614420"/>
                </a:cubicBezTo>
                <a:cubicBezTo>
                  <a:pt x="2098040" y="3636010"/>
                  <a:pt x="2258060" y="3670300"/>
                  <a:pt x="2400300" y="3721100"/>
                </a:cubicBezTo>
                <a:cubicBezTo>
                  <a:pt x="2541270" y="3771900"/>
                  <a:pt x="2678430" y="3840480"/>
                  <a:pt x="2788920" y="3920490"/>
                </a:cubicBezTo>
                <a:cubicBezTo>
                  <a:pt x="2899410" y="4000500"/>
                  <a:pt x="2992120" y="4100830"/>
                  <a:pt x="3059430" y="4199890"/>
                </a:cubicBezTo>
                <a:cubicBezTo>
                  <a:pt x="3125470" y="4300220"/>
                  <a:pt x="3163570" y="4414520"/>
                  <a:pt x="3188970" y="4518660"/>
                </a:cubicBezTo>
                <a:cubicBezTo>
                  <a:pt x="3213100" y="4624070"/>
                  <a:pt x="3208020" y="4732020"/>
                  <a:pt x="3206750" y="4829810"/>
                </a:cubicBezTo>
                <a:cubicBezTo>
                  <a:pt x="3205480" y="4926330"/>
                  <a:pt x="3187700" y="5016500"/>
                  <a:pt x="3180080" y="5102860"/>
                </a:cubicBezTo>
                <a:cubicBezTo>
                  <a:pt x="3173730" y="5190490"/>
                  <a:pt x="3167380" y="5267960"/>
                  <a:pt x="3163570" y="5349240"/>
                </a:cubicBezTo>
                <a:close/>
                <a:moveTo>
                  <a:pt x="3401060" y="5349240"/>
                </a:moveTo>
                <a:cubicBezTo>
                  <a:pt x="3407410" y="5441950"/>
                  <a:pt x="3422650" y="5533390"/>
                  <a:pt x="3420110" y="5629910"/>
                </a:cubicBezTo>
                <a:cubicBezTo>
                  <a:pt x="3417570" y="5725160"/>
                  <a:pt x="3413760" y="5825490"/>
                  <a:pt x="3387090" y="5923280"/>
                </a:cubicBezTo>
                <a:cubicBezTo>
                  <a:pt x="3361690" y="6021070"/>
                  <a:pt x="3321050" y="6121400"/>
                  <a:pt x="3263900" y="6215380"/>
                </a:cubicBezTo>
                <a:cubicBezTo>
                  <a:pt x="3206750" y="6309360"/>
                  <a:pt x="3130550" y="6402070"/>
                  <a:pt x="3041650" y="6485890"/>
                </a:cubicBezTo>
                <a:cubicBezTo>
                  <a:pt x="2954020" y="6569710"/>
                  <a:pt x="2849880" y="6650990"/>
                  <a:pt x="2735580" y="6720840"/>
                </a:cubicBezTo>
                <a:cubicBezTo>
                  <a:pt x="2621280" y="6790690"/>
                  <a:pt x="2493010" y="6855460"/>
                  <a:pt x="2357120" y="6904990"/>
                </a:cubicBezTo>
                <a:cubicBezTo>
                  <a:pt x="2222500" y="6954520"/>
                  <a:pt x="2072640" y="6995160"/>
                  <a:pt x="1924050" y="7018020"/>
                </a:cubicBezTo>
                <a:cubicBezTo>
                  <a:pt x="1775460" y="7040880"/>
                  <a:pt x="1615440" y="7048500"/>
                  <a:pt x="1463040" y="7042150"/>
                </a:cubicBezTo>
                <a:cubicBezTo>
                  <a:pt x="1310640" y="7035800"/>
                  <a:pt x="1156970" y="7009130"/>
                  <a:pt x="1013460" y="6977380"/>
                </a:cubicBezTo>
                <a:cubicBezTo>
                  <a:pt x="868680" y="6945630"/>
                  <a:pt x="732790" y="6897370"/>
                  <a:pt x="599440" y="6850380"/>
                </a:cubicBezTo>
                <a:cubicBezTo>
                  <a:pt x="466090" y="6803390"/>
                  <a:pt x="341630" y="6750050"/>
                  <a:pt x="213360" y="6695440"/>
                </a:cubicBezTo>
                <a:cubicBezTo>
                  <a:pt x="86360" y="6640830"/>
                  <a:pt x="-40640" y="6586220"/>
                  <a:pt x="-165100" y="6521450"/>
                </a:cubicBezTo>
                <a:cubicBezTo>
                  <a:pt x="-290830" y="6457950"/>
                  <a:pt x="-421640" y="6390640"/>
                  <a:pt x="-535940" y="6310630"/>
                </a:cubicBezTo>
                <a:cubicBezTo>
                  <a:pt x="-650240" y="6230620"/>
                  <a:pt x="-767080" y="6140450"/>
                  <a:pt x="-853440" y="6040120"/>
                </a:cubicBezTo>
                <a:cubicBezTo>
                  <a:pt x="-939800" y="5939790"/>
                  <a:pt x="-1013460" y="5825490"/>
                  <a:pt x="-1056640" y="5709920"/>
                </a:cubicBezTo>
                <a:cubicBezTo>
                  <a:pt x="-1101090" y="5595620"/>
                  <a:pt x="-1116330" y="5469890"/>
                  <a:pt x="-1115060" y="5349240"/>
                </a:cubicBezTo>
                <a:cubicBezTo>
                  <a:pt x="-1113790" y="5228590"/>
                  <a:pt x="-1083310" y="5106670"/>
                  <a:pt x="-1046480" y="4989830"/>
                </a:cubicBezTo>
                <a:cubicBezTo>
                  <a:pt x="-1009650" y="4872990"/>
                  <a:pt x="-953770" y="4758690"/>
                  <a:pt x="-892810" y="4646930"/>
                </a:cubicBezTo>
                <a:cubicBezTo>
                  <a:pt x="-831850" y="4535170"/>
                  <a:pt x="-762000" y="4424680"/>
                  <a:pt x="-679450" y="4319270"/>
                </a:cubicBezTo>
                <a:cubicBezTo>
                  <a:pt x="-596900" y="4212590"/>
                  <a:pt x="-505460" y="4105910"/>
                  <a:pt x="-397510" y="4009390"/>
                </a:cubicBezTo>
                <a:cubicBezTo>
                  <a:pt x="-289560" y="3912870"/>
                  <a:pt x="-167640" y="3818890"/>
                  <a:pt x="-31750" y="3738880"/>
                </a:cubicBezTo>
                <a:cubicBezTo>
                  <a:pt x="104140" y="3658870"/>
                  <a:pt x="256540" y="3586480"/>
                  <a:pt x="416560" y="3529330"/>
                </a:cubicBezTo>
                <a:cubicBezTo>
                  <a:pt x="575310" y="3472180"/>
                  <a:pt x="749300" y="3426460"/>
                  <a:pt x="923290" y="3395980"/>
                </a:cubicBezTo>
                <a:cubicBezTo>
                  <a:pt x="1097280" y="3364230"/>
                  <a:pt x="1282700" y="3345180"/>
                  <a:pt x="1463040" y="3341370"/>
                </a:cubicBezTo>
                <a:cubicBezTo>
                  <a:pt x="1643380" y="3337560"/>
                  <a:pt x="1832610" y="3346450"/>
                  <a:pt x="2009140" y="3374390"/>
                </a:cubicBezTo>
                <a:cubicBezTo>
                  <a:pt x="2185670" y="3402330"/>
                  <a:pt x="2366010" y="3446780"/>
                  <a:pt x="2520950" y="3509010"/>
                </a:cubicBezTo>
                <a:cubicBezTo>
                  <a:pt x="2677160" y="3572510"/>
                  <a:pt x="2827020" y="3658870"/>
                  <a:pt x="2943860" y="3754120"/>
                </a:cubicBezTo>
                <a:cubicBezTo>
                  <a:pt x="3060700" y="3849370"/>
                  <a:pt x="3154680" y="3967480"/>
                  <a:pt x="3223260" y="4081780"/>
                </a:cubicBezTo>
                <a:cubicBezTo>
                  <a:pt x="3290570" y="4196080"/>
                  <a:pt x="3324860" y="4324350"/>
                  <a:pt x="3351530" y="4441190"/>
                </a:cubicBezTo>
                <a:cubicBezTo>
                  <a:pt x="3376930" y="4556760"/>
                  <a:pt x="3374390" y="4672330"/>
                  <a:pt x="3379470" y="4777740"/>
                </a:cubicBezTo>
                <a:cubicBezTo>
                  <a:pt x="3384550" y="4883150"/>
                  <a:pt x="3378200" y="4979670"/>
                  <a:pt x="3382010" y="5074920"/>
                </a:cubicBezTo>
                <a:cubicBezTo>
                  <a:pt x="3385820" y="5170170"/>
                  <a:pt x="3394710" y="5256530"/>
                  <a:pt x="3401060" y="5349240"/>
                </a:cubicBezTo>
                <a:close/>
                <a:moveTo>
                  <a:pt x="3655060" y="5349240"/>
                </a:moveTo>
                <a:cubicBezTo>
                  <a:pt x="3671570" y="5453380"/>
                  <a:pt x="3694430" y="5560060"/>
                  <a:pt x="3695700" y="5669280"/>
                </a:cubicBezTo>
                <a:cubicBezTo>
                  <a:pt x="3695700" y="5778500"/>
                  <a:pt x="3688080" y="5892800"/>
                  <a:pt x="3657600" y="6003290"/>
                </a:cubicBezTo>
                <a:cubicBezTo>
                  <a:pt x="3627120" y="6115050"/>
                  <a:pt x="3576320" y="6228080"/>
                  <a:pt x="3509010" y="6333490"/>
                </a:cubicBezTo>
                <a:cubicBezTo>
                  <a:pt x="3441700" y="6438900"/>
                  <a:pt x="3354070" y="6543040"/>
                  <a:pt x="3252470" y="6638290"/>
                </a:cubicBezTo>
                <a:cubicBezTo>
                  <a:pt x="3152140" y="6732270"/>
                  <a:pt x="3032760" y="6822440"/>
                  <a:pt x="2903220" y="6901180"/>
                </a:cubicBezTo>
                <a:cubicBezTo>
                  <a:pt x="2772410" y="6978650"/>
                  <a:pt x="2626360" y="7049770"/>
                  <a:pt x="2472690" y="7103110"/>
                </a:cubicBezTo>
                <a:cubicBezTo>
                  <a:pt x="2319020" y="7156450"/>
                  <a:pt x="2147570" y="7198360"/>
                  <a:pt x="1979930" y="7219950"/>
                </a:cubicBezTo>
                <a:cubicBezTo>
                  <a:pt x="1812290" y="7242810"/>
                  <a:pt x="1631950" y="7245350"/>
                  <a:pt x="1463040" y="7233920"/>
                </a:cubicBezTo>
                <a:cubicBezTo>
                  <a:pt x="1294130" y="7223760"/>
                  <a:pt x="1123950" y="7192010"/>
                  <a:pt x="963930" y="7157720"/>
                </a:cubicBezTo>
                <a:cubicBezTo>
                  <a:pt x="802640" y="7122160"/>
                  <a:pt x="650240" y="7072630"/>
                  <a:pt x="499110" y="7025640"/>
                </a:cubicBezTo>
                <a:cubicBezTo>
                  <a:pt x="346710" y="6977380"/>
                  <a:pt x="201930" y="6925310"/>
                  <a:pt x="53340" y="6868160"/>
                </a:cubicBezTo>
                <a:cubicBezTo>
                  <a:pt x="-95250" y="6812280"/>
                  <a:pt x="-247650" y="6755130"/>
                  <a:pt x="-392430" y="6685280"/>
                </a:cubicBezTo>
                <a:cubicBezTo>
                  <a:pt x="-538480" y="6615430"/>
                  <a:pt x="-690880" y="6539230"/>
                  <a:pt x="-820420" y="6447790"/>
                </a:cubicBezTo>
                <a:cubicBezTo>
                  <a:pt x="-948690" y="6355080"/>
                  <a:pt x="-1075690" y="6249670"/>
                  <a:pt x="-1167130" y="6134100"/>
                </a:cubicBezTo>
                <a:cubicBezTo>
                  <a:pt x="-1259840" y="6018530"/>
                  <a:pt x="-1330960" y="5886450"/>
                  <a:pt x="-1372870" y="5755640"/>
                </a:cubicBezTo>
                <a:cubicBezTo>
                  <a:pt x="-1414780" y="5624830"/>
                  <a:pt x="-1424940" y="5483860"/>
                  <a:pt x="-1419860" y="5349240"/>
                </a:cubicBezTo>
                <a:cubicBezTo>
                  <a:pt x="-1414780" y="5214620"/>
                  <a:pt x="-1381760" y="5078730"/>
                  <a:pt x="-1343660" y="4947920"/>
                </a:cubicBezTo>
                <a:cubicBezTo>
                  <a:pt x="-1304290" y="4815840"/>
                  <a:pt x="-1249680" y="4686300"/>
                  <a:pt x="-1184910" y="4559300"/>
                </a:cubicBezTo>
                <a:cubicBezTo>
                  <a:pt x="-1120140" y="4432300"/>
                  <a:pt x="-1047750" y="4305300"/>
                  <a:pt x="-957580" y="4184650"/>
                </a:cubicBezTo>
                <a:cubicBezTo>
                  <a:pt x="-867410" y="4064000"/>
                  <a:pt x="-764540" y="3942080"/>
                  <a:pt x="-642620" y="3832860"/>
                </a:cubicBezTo>
                <a:cubicBezTo>
                  <a:pt x="-520700" y="3723640"/>
                  <a:pt x="-379730" y="3618230"/>
                  <a:pt x="-226060" y="3529330"/>
                </a:cubicBezTo>
                <a:cubicBezTo>
                  <a:pt x="-71120" y="3440430"/>
                  <a:pt x="102870" y="3361690"/>
                  <a:pt x="283210" y="3298190"/>
                </a:cubicBezTo>
                <a:cubicBezTo>
                  <a:pt x="463550" y="3234690"/>
                  <a:pt x="659130" y="3185160"/>
                  <a:pt x="855980" y="3150870"/>
                </a:cubicBezTo>
                <a:cubicBezTo>
                  <a:pt x="1052830" y="3116580"/>
                  <a:pt x="1259840" y="3094990"/>
                  <a:pt x="1463040" y="3093720"/>
                </a:cubicBezTo>
                <a:cubicBezTo>
                  <a:pt x="1666240" y="3091180"/>
                  <a:pt x="1878330" y="3103880"/>
                  <a:pt x="2073910" y="3139440"/>
                </a:cubicBezTo>
                <a:cubicBezTo>
                  <a:pt x="2269490" y="3176270"/>
                  <a:pt x="2467610" y="3232150"/>
                  <a:pt x="2636520" y="3309620"/>
                </a:cubicBezTo>
                <a:cubicBezTo>
                  <a:pt x="2804160" y="3387090"/>
                  <a:pt x="2961640" y="3491230"/>
                  <a:pt x="3083560" y="3602990"/>
                </a:cubicBezTo>
                <a:cubicBezTo>
                  <a:pt x="3205480" y="3714750"/>
                  <a:pt x="3298190" y="3850640"/>
                  <a:pt x="3368040" y="3977640"/>
                </a:cubicBezTo>
                <a:cubicBezTo>
                  <a:pt x="3436620" y="4105910"/>
                  <a:pt x="3469640" y="4244340"/>
                  <a:pt x="3500120" y="4370070"/>
                </a:cubicBezTo>
                <a:cubicBezTo>
                  <a:pt x="3530600" y="4494530"/>
                  <a:pt x="3534410" y="4613910"/>
                  <a:pt x="3549650" y="4726940"/>
                </a:cubicBezTo>
                <a:cubicBezTo>
                  <a:pt x="3566160" y="4838700"/>
                  <a:pt x="3576320" y="4940300"/>
                  <a:pt x="3594100" y="5044440"/>
                </a:cubicBezTo>
                <a:cubicBezTo>
                  <a:pt x="3611880" y="5147310"/>
                  <a:pt x="3637280" y="5245100"/>
                  <a:pt x="3655060" y="5349240"/>
                </a:cubicBezTo>
                <a:close/>
                <a:moveTo>
                  <a:pt x="3924300" y="5349240"/>
                </a:moveTo>
                <a:cubicBezTo>
                  <a:pt x="3950970" y="5466080"/>
                  <a:pt x="3980180" y="5586730"/>
                  <a:pt x="3981450" y="5709920"/>
                </a:cubicBezTo>
                <a:cubicBezTo>
                  <a:pt x="3982720" y="5833110"/>
                  <a:pt x="3970020" y="5961380"/>
                  <a:pt x="3933190" y="6085840"/>
                </a:cubicBezTo>
                <a:cubicBezTo>
                  <a:pt x="3895090" y="6210300"/>
                  <a:pt x="3835400" y="6336030"/>
                  <a:pt x="3757930" y="6452870"/>
                </a:cubicBezTo>
                <a:cubicBezTo>
                  <a:pt x="3680460" y="6570980"/>
                  <a:pt x="3581400" y="6686550"/>
                  <a:pt x="3465830" y="6791960"/>
                </a:cubicBezTo>
                <a:cubicBezTo>
                  <a:pt x="3351530" y="6896100"/>
                  <a:pt x="3218180" y="6997700"/>
                  <a:pt x="3072130" y="7082790"/>
                </a:cubicBezTo>
                <a:cubicBezTo>
                  <a:pt x="2924810" y="7167880"/>
                  <a:pt x="2758440" y="7245350"/>
                  <a:pt x="2585720" y="7299960"/>
                </a:cubicBezTo>
                <a:cubicBezTo>
                  <a:pt x="2413000" y="7355840"/>
                  <a:pt x="2221230" y="7396480"/>
                  <a:pt x="2034540" y="7416800"/>
                </a:cubicBezTo>
                <a:cubicBezTo>
                  <a:pt x="1846580" y="7437120"/>
                  <a:pt x="1649730" y="7433310"/>
                  <a:pt x="1463040" y="7420610"/>
                </a:cubicBezTo>
                <a:cubicBezTo>
                  <a:pt x="1276350" y="7406640"/>
                  <a:pt x="1092200" y="7372350"/>
                  <a:pt x="914400" y="7335520"/>
                </a:cubicBezTo>
                <a:cubicBezTo>
                  <a:pt x="736600" y="7299960"/>
                  <a:pt x="567690" y="7252970"/>
                  <a:pt x="394970" y="7204710"/>
                </a:cubicBezTo>
                <a:cubicBezTo>
                  <a:pt x="223520" y="7157720"/>
                  <a:pt x="54610" y="7109460"/>
                  <a:pt x="-116840" y="7051040"/>
                </a:cubicBezTo>
                <a:cubicBezTo>
                  <a:pt x="-287020" y="6992620"/>
                  <a:pt x="-466090" y="6934200"/>
                  <a:pt x="-631190" y="6856730"/>
                </a:cubicBezTo>
                <a:cubicBezTo>
                  <a:pt x="-796290" y="6779260"/>
                  <a:pt x="-969010" y="6691630"/>
                  <a:pt x="-1109980" y="6587490"/>
                </a:cubicBezTo>
                <a:cubicBezTo>
                  <a:pt x="-1250950" y="6482080"/>
                  <a:pt x="-1383030" y="6357620"/>
                  <a:pt x="-1478280" y="6226810"/>
                </a:cubicBezTo>
                <a:cubicBezTo>
                  <a:pt x="-1573530" y="6094730"/>
                  <a:pt x="-1639570" y="5946140"/>
                  <a:pt x="-1680210" y="5798820"/>
                </a:cubicBezTo>
                <a:cubicBezTo>
                  <a:pt x="-1720850" y="5652770"/>
                  <a:pt x="-1727200" y="5497830"/>
                  <a:pt x="-1720850" y="5349240"/>
                </a:cubicBezTo>
                <a:cubicBezTo>
                  <a:pt x="-1714500" y="5200650"/>
                  <a:pt x="-1682750" y="5050790"/>
                  <a:pt x="-1643380" y="4904740"/>
                </a:cubicBezTo>
                <a:cubicBezTo>
                  <a:pt x="-1604010" y="4757420"/>
                  <a:pt x="-1551940" y="4612640"/>
                  <a:pt x="-1485900" y="4470400"/>
                </a:cubicBezTo>
                <a:cubicBezTo>
                  <a:pt x="-1418590" y="4326890"/>
                  <a:pt x="-1342390" y="4183380"/>
                  <a:pt x="-1243330" y="4047490"/>
                </a:cubicBezTo>
                <a:cubicBezTo>
                  <a:pt x="-1144270" y="3911600"/>
                  <a:pt x="-1028700" y="3775710"/>
                  <a:pt x="-891540" y="3653790"/>
                </a:cubicBezTo>
                <a:cubicBezTo>
                  <a:pt x="-754380" y="3533140"/>
                  <a:pt x="-594360" y="3417570"/>
                  <a:pt x="-420370" y="3319780"/>
                </a:cubicBezTo>
                <a:cubicBezTo>
                  <a:pt x="-247650" y="3221990"/>
                  <a:pt x="-52070" y="3135630"/>
                  <a:pt x="149860" y="3067050"/>
                </a:cubicBezTo>
                <a:cubicBezTo>
                  <a:pt x="351790" y="2997200"/>
                  <a:pt x="568960" y="2942590"/>
                  <a:pt x="787400" y="2905760"/>
                </a:cubicBezTo>
                <a:cubicBezTo>
                  <a:pt x="1007110" y="2868930"/>
                  <a:pt x="1238250" y="2846070"/>
                  <a:pt x="1463040" y="2847340"/>
                </a:cubicBezTo>
                <a:cubicBezTo>
                  <a:pt x="1687830" y="2848610"/>
                  <a:pt x="1922780" y="2867660"/>
                  <a:pt x="2136140" y="2913380"/>
                </a:cubicBezTo>
                <a:cubicBezTo>
                  <a:pt x="2349500" y="2960370"/>
                  <a:pt x="2562860" y="3034030"/>
                  <a:pt x="2741930" y="3126740"/>
                </a:cubicBezTo>
                <a:cubicBezTo>
                  <a:pt x="2921000" y="3219450"/>
                  <a:pt x="3081020" y="3343910"/>
                  <a:pt x="3206750" y="3469640"/>
                </a:cubicBezTo>
                <a:cubicBezTo>
                  <a:pt x="3332480" y="3596640"/>
                  <a:pt x="3422650" y="3747770"/>
                  <a:pt x="3493770" y="3887470"/>
                </a:cubicBezTo>
                <a:cubicBezTo>
                  <a:pt x="3566160" y="4025900"/>
                  <a:pt x="3600450" y="4170680"/>
                  <a:pt x="3638550" y="4302760"/>
                </a:cubicBezTo>
                <a:cubicBezTo>
                  <a:pt x="3677920" y="4433570"/>
                  <a:pt x="3695700" y="4556760"/>
                  <a:pt x="3724910" y="4674870"/>
                </a:cubicBezTo>
                <a:cubicBezTo>
                  <a:pt x="3755390" y="4792980"/>
                  <a:pt x="3787140" y="4899660"/>
                  <a:pt x="3820160" y="5011420"/>
                </a:cubicBezTo>
                <a:cubicBezTo>
                  <a:pt x="3853180" y="5124450"/>
                  <a:pt x="3897630" y="5232400"/>
                  <a:pt x="3924300" y="5349240"/>
                </a:cubicBezTo>
                <a:close/>
                <a:moveTo>
                  <a:pt x="4208780" y="5349240"/>
                </a:moveTo>
                <a:cubicBezTo>
                  <a:pt x="4244340" y="5478780"/>
                  <a:pt x="4274820" y="5615940"/>
                  <a:pt x="4274820" y="5751830"/>
                </a:cubicBezTo>
                <a:cubicBezTo>
                  <a:pt x="4276090" y="5888990"/>
                  <a:pt x="4255770" y="6032500"/>
                  <a:pt x="4212590" y="6169660"/>
                </a:cubicBezTo>
                <a:cubicBezTo>
                  <a:pt x="4168140" y="6306820"/>
                  <a:pt x="4098290" y="6445250"/>
                  <a:pt x="4010660" y="6574790"/>
                </a:cubicBezTo>
                <a:cubicBezTo>
                  <a:pt x="3921760" y="6704330"/>
                  <a:pt x="3811270" y="6832600"/>
                  <a:pt x="3683000" y="6946900"/>
                </a:cubicBezTo>
                <a:cubicBezTo>
                  <a:pt x="3554730" y="7062470"/>
                  <a:pt x="3404870" y="7172960"/>
                  <a:pt x="3241040" y="7264400"/>
                </a:cubicBezTo>
                <a:cubicBezTo>
                  <a:pt x="3075940" y="7355840"/>
                  <a:pt x="2889250" y="7437120"/>
                  <a:pt x="2696210" y="7494270"/>
                </a:cubicBezTo>
                <a:cubicBezTo>
                  <a:pt x="2504440" y="7550150"/>
                  <a:pt x="2292350" y="7588250"/>
                  <a:pt x="2086610" y="7606030"/>
                </a:cubicBezTo>
                <a:cubicBezTo>
                  <a:pt x="1880870" y="7623810"/>
                  <a:pt x="1666240" y="7616190"/>
                  <a:pt x="1463040" y="7600950"/>
                </a:cubicBezTo>
                <a:cubicBezTo>
                  <a:pt x="1259840" y="7585710"/>
                  <a:pt x="1060450" y="7551420"/>
                  <a:pt x="864870" y="7515860"/>
                </a:cubicBezTo>
                <a:cubicBezTo>
                  <a:pt x="668020" y="7481570"/>
                  <a:pt x="480060" y="7439660"/>
                  <a:pt x="285750" y="7395210"/>
                </a:cubicBezTo>
                <a:cubicBezTo>
                  <a:pt x="92710" y="7349490"/>
                  <a:pt x="-102870" y="7305040"/>
                  <a:pt x="-295910" y="7245350"/>
                </a:cubicBezTo>
                <a:cubicBezTo>
                  <a:pt x="-490220" y="7185660"/>
                  <a:pt x="-694690" y="7122160"/>
                  <a:pt x="-878840" y="7035800"/>
                </a:cubicBezTo>
                <a:cubicBezTo>
                  <a:pt x="-1062990" y="6949440"/>
                  <a:pt x="-1250950" y="6846570"/>
                  <a:pt x="-1400810" y="6727190"/>
                </a:cubicBezTo>
                <a:cubicBezTo>
                  <a:pt x="-1551940" y="6607810"/>
                  <a:pt x="-1685290" y="6464300"/>
                  <a:pt x="-1781810" y="6316980"/>
                </a:cubicBezTo>
                <a:cubicBezTo>
                  <a:pt x="-1878330" y="6169660"/>
                  <a:pt x="-1940560" y="6003290"/>
                  <a:pt x="-1979930" y="5842000"/>
                </a:cubicBezTo>
                <a:cubicBezTo>
                  <a:pt x="-2020570" y="5680710"/>
                  <a:pt x="-2025650" y="5513070"/>
                  <a:pt x="-2020570" y="5349240"/>
                </a:cubicBezTo>
                <a:cubicBezTo>
                  <a:pt x="-2015490" y="5185410"/>
                  <a:pt x="-1988820" y="5022850"/>
                  <a:pt x="-1950720" y="4860290"/>
                </a:cubicBezTo>
                <a:cubicBezTo>
                  <a:pt x="-1913890" y="4697730"/>
                  <a:pt x="-1865630" y="4536440"/>
                  <a:pt x="-1795780" y="4377690"/>
                </a:cubicBezTo>
                <a:cubicBezTo>
                  <a:pt x="-1727200" y="4218940"/>
                  <a:pt x="-1644650" y="4057650"/>
                  <a:pt x="-1535430" y="3906520"/>
                </a:cubicBezTo>
                <a:cubicBezTo>
                  <a:pt x="-1426210" y="3755390"/>
                  <a:pt x="-1295400" y="3606800"/>
                  <a:pt x="-1143000" y="3473450"/>
                </a:cubicBezTo>
                <a:cubicBezTo>
                  <a:pt x="-989330" y="3340100"/>
                  <a:pt x="-808990" y="3215640"/>
                  <a:pt x="-615950" y="3108960"/>
                </a:cubicBezTo>
                <a:cubicBezTo>
                  <a:pt x="-422910" y="3002280"/>
                  <a:pt x="-205740" y="2909570"/>
                  <a:pt x="16510" y="2834640"/>
                </a:cubicBezTo>
                <a:cubicBezTo>
                  <a:pt x="238760" y="2759710"/>
                  <a:pt x="478790" y="2698750"/>
                  <a:pt x="720090" y="2660650"/>
                </a:cubicBezTo>
                <a:cubicBezTo>
                  <a:pt x="961390" y="2622550"/>
                  <a:pt x="1217930" y="2598420"/>
                  <a:pt x="1463040" y="2606040"/>
                </a:cubicBezTo>
                <a:cubicBezTo>
                  <a:pt x="1708150" y="2612390"/>
                  <a:pt x="1965960" y="2641600"/>
                  <a:pt x="2194560" y="2701290"/>
                </a:cubicBezTo>
                <a:cubicBezTo>
                  <a:pt x="2423160" y="2760980"/>
                  <a:pt x="2650490" y="2852420"/>
                  <a:pt x="2837180" y="2961640"/>
                </a:cubicBezTo>
                <a:cubicBezTo>
                  <a:pt x="3022600" y="3070860"/>
                  <a:pt x="3185160" y="3214370"/>
                  <a:pt x="3313430" y="3355340"/>
                </a:cubicBezTo>
                <a:cubicBezTo>
                  <a:pt x="3441700" y="3496310"/>
                  <a:pt x="3529330" y="3658870"/>
                  <a:pt x="3606800" y="3806190"/>
                </a:cubicBezTo>
                <a:cubicBezTo>
                  <a:pt x="3684270" y="3952240"/>
                  <a:pt x="3724910" y="4100830"/>
                  <a:pt x="3775710" y="4236720"/>
                </a:cubicBezTo>
                <a:cubicBezTo>
                  <a:pt x="3826510" y="4371340"/>
                  <a:pt x="3864610" y="4495800"/>
                  <a:pt x="3912870" y="4618990"/>
                </a:cubicBezTo>
                <a:cubicBezTo>
                  <a:pt x="3961130" y="4742180"/>
                  <a:pt x="4015740" y="4855210"/>
                  <a:pt x="4065270" y="4977130"/>
                </a:cubicBezTo>
                <a:cubicBezTo>
                  <a:pt x="4114800" y="5097780"/>
                  <a:pt x="4174490" y="5219700"/>
                  <a:pt x="4208780" y="5349240"/>
                </a:cubicBezTo>
                <a:close/>
                <a:moveTo>
                  <a:pt x="4505960" y="5349240"/>
                </a:moveTo>
                <a:cubicBezTo>
                  <a:pt x="4547870" y="5491480"/>
                  <a:pt x="4577080" y="5643880"/>
                  <a:pt x="4574540" y="5795010"/>
                </a:cubicBezTo>
                <a:cubicBezTo>
                  <a:pt x="4573270" y="5946140"/>
                  <a:pt x="4546600" y="6102350"/>
                  <a:pt x="4494530" y="6253480"/>
                </a:cubicBezTo>
                <a:cubicBezTo>
                  <a:pt x="4442460" y="6403340"/>
                  <a:pt x="4364990" y="6555740"/>
                  <a:pt x="4265930" y="6697980"/>
                </a:cubicBezTo>
                <a:cubicBezTo>
                  <a:pt x="4166870" y="6838950"/>
                  <a:pt x="4043680" y="6979920"/>
                  <a:pt x="3901440" y="7104380"/>
                </a:cubicBezTo>
                <a:cubicBezTo>
                  <a:pt x="3757930" y="7228840"/>
                  <a:pt x="3590290" y="7349490"/>
                  <a:pt x="3407410" y="7444740"/>
                </a:cubicBezTo>
                <a:cubicBezTo>
                  <a:pt x="3225800" y="7541260"/>
                  <a:pt x="3016250" y="7623810"/>
                  <a:pt x="2804160" y="7680960"/>
                </a:cubicBezTo>
                <a:cubicBezTo>
                  <a:pt x="2592070" y="7738110"/>
                  <a:pt x="2359660" y="7771130"/>
                  <a:pt x="2136140" y="7786370"/>
                </a:cubicBezTo>
                <a:cubicBezTo>
                  <a:pt x="1912620" y="7802880"/>
                  <a:pt x="1684020" y="7792720"/>
                  <a:pt x="1463040" y="7778750"/>
                </a:cubicBezTo>
                <a:cubicBezTo>
                  <a:pt x="1242060" y="7764780"/>
                  <a:pt x="1028700" y="7733030"/>
                  <a:pt x="812800" y="7703820"/>
                </a:cubicBezTo>
                <a:cubicBezTo>
                  <a:pt x="596900" y="7673340"/>
                  <a:pt x="386080" y="7639050"/>
                  <a:pt x="170180" y="7597140"/>
                </a:cubicBezTo>
                <a:cubicBezTo>
                  <a:pt x="-46990" y="7555230"/>
                  <a:pt x="-269240" y="7513320"/>
                  <a:pt x="-486410" y="7449820"/>
                </a:cubicBezTo>
                <a:cubicBezTo>
                  <a:pt x="-703580" y="7387590"/>
                  <a:pt x="-932180" y="7315200"/>
                  <a:pt x="-1132840" y="7218680"/>
                </a:cubicBezTo>
                <a:cubicBezTo>
                  <a:pt x="-1333500" y="7120890"/>
                  <a:pt x="-1531620" y="7001510"/>
                  <a:pt x="-1689100" y="6865620"/>
                </a:cubicBezTo>
                <a:cubicBezTo>
                  <a:pt x="-1846580" y="6729730"/>
                  <a:pt x="-1978660" y="6568440"/>
                  <a:pt x="-2076450" y="6404610"/>
                </a:cubicBezTo>
                <a:cubicBezTo>
                  <a:pt x="-2174240" y="6240780"/>
                  <a:pt x="-2233930" y="6060440"/>
                  <a:pt x="-2274570" y="5883910"/>
                </a:cubicBezTo>
                <a:cubicBezTo>
                  <a:pt x="-2315210" y="5708650"/>
                  <a:pt x="-2324100" y="5527040"/>
                  <a:pt x="-2322830" y="5349240"/>
                </a:cubicBezTo>
                <a:cubicBezTo>
                  <a:pt x="-2321560" y="5171440"/>
                  <a:pt x="-2303780" y="4992370"/>
                  <a:pt x="-2268220" y="4814570"/>
                </a:cubicBezTo>
                <a:cubicBezTo>
                  <a:pt x="-2233930" y="4636770"/>
                  <a:pt x="-2188210" y="4457700"/>
                  <a:pt x="-2115820" y="4282440"/>
                </a:cubicBezTo>
                <a:cubicBezTo>
                  <a:pt x="-2043430" y="4107180"/>
                  <a:pt x="-1953260" y="3928110"/>
                  <a:pt x="-1832610" y="3764280"/>
                </a:cubicBezTo>
                <a:cubicBezTo>
                  <a:pt x="-1711960" y="3599180"/>
                  <a:pt x="-1564640" y="3436620"/>
                  <a:pt x="-1394460" y="3291840"/>
                </a:cubicBezTo>
                <a:cubicBezTo>
                  <a:pt x="-1224280" y="3148330"/>
                  <a:pt x="-1023620" y="3013710"/>
                  <a:pt x="-811530" y="2899410"/>
                </a:cubicBezTo>
                <a:cubicBezTo>
                  <a:pt x="-598170" y="2783840"/>
                  <a:pt x="-361950" y="2682240"/>
                  <a:pt x="-116840" y="2602230"/>
                </a:cubicBezTo>
                <a:cubicBezTo>
                  <a:pt x="127000" y="2522220"/>
                  <a:pt x="389890" y="2454910"/>
                  <a:pt x="652780" y="2416810"/>
                </a:cubicBezTo>
                <a:cubicBezTo>
                  <a:pt x="916940" y="2378710"/>
                  <a:pt x="1197610" y="2358390"/>
                  <a:pt x="1463040" y="2373630"/>
                </a:cubicBezTo>
                <a:cubicBezTo>
                  <a:pt x="1728470" y="2387600"/>
                  <a:pt x="2005330" y="2432050"/>
                  <a:pt x="2249170" y="2505710"/>
                </a:cubicBezTo>
                <a:cubicBezTo>
                  <a:pt x="2491740" y="2580640"/>
                  <a:pt x="2726690" y="2693670"/>
                  <a:pt x="2918460" y="2819400"/>
                </a:cubicBezTo>
                <a:cubicBezTo>
                  <a:pt x="3111500" y="2943860"/>
                  <a:pt x="3271520" y="3105150"/>
                  <a:pt x="3403600" y="3257550"/>
                </a:cubicBezTo>
                <a:cubicBezTo>
                  <a:pt x="3535680" y="3409950"/>
                  <a:pt x="3624580" y="3578860"/>
                  <a:pt x="3710940" y="3731260"/>
                </a:cubicBezTo>
                <a:cubicBezTo>
                  <a:pt x="3796030" y="3882390"/>
                  <a:pt x="3850640" y="4029710"/>
                  <a:pt x="3917950" y="4168140"/>
                </a:cubicBezTo>
                <a:cubicBezTo>
                  <a:pt x="3986530" y="4305300"/>
                  <a:pt x="4047490" y="4429760"/>
                  <a:pt x="4116070" y="4558030"/>
                </a:cubicBezTo>
                <a:cubicBezTo>
                  <a:pt x="4184650" y="4686300"/>
                  <a:pt x="4264660" y="4806950"/>
                  <a:pt x="4329430" y="4939030"/>
                </a:cubicBezTo>
                <a:cubicBezTo>
                  <a:pt x="4394200" y="5071110"/>
                  <a:pt x="4465320" y="5207000"/>
                  <a:pt x="4505960" y="5349240"/>
                </a:cubicBezTo>
                <a:close/>
                <a:moveTo>
                  <a:pt x="4813300" y="5349240"/>
                </a:moveTo>
                <a:cubicBezTo>
                  <a:pt x="4859020" y="5505450"/>
                  <a:pt x="4884420" y="5673090"/>
                  <a:pt x="4879340" y="5838190"/>
                </a:cubicBezTo>
                <a:cubicBezTo>
                  <a:pt x="4872990" y="6003290"/>
                  <a:pt x="4838700" y="6174740"/>
                  <a:pt x="4780280" y="6338570"/>
                </a:cubicBezTo>
                <a:cubicBezTo>
                  <a:pt x="4720590" y="6502400"/>
                  <a:pt x="4634230" y="6667500"/>
                  <a:pt x="4523740" y="6822440"/>
                </a:cubicBezTo>
                <a:cubicBezTo>
                  <a:pt x="4414520" y="6976110"/>
                  <a:pt x="4278630" y="7128510"/>
                  <a:pt x="4119880" y="7261860"/>
                </a:cubicBezTo>
                <a:cubicBezTo>
                  <a:pt x="3961130" y="7395210"/>
                  <a:pt x="3774440" y="7522210"/>
                  <a:pt x="3572510" y="7621270"/>
                </a:cubicBezTo>
                <a:cubicBezTo>
                  <a:pt x="3369310" y="7721600"/>
                  <a:pt x="3138170" y="7802880"/>
                  <a:pt x="2907030" y="7860030"/>
                </a:cubicBezTo>
                <a:cubicBezTo>
                  <a:pt x="2675890" y="7915910"/>
                  <a:pt x="2425700" y="7945120"/>
                  <a:pt x="2184400" y="7961630"/>
                </a:cubicBezTo>
                <a:cubicBezTo>
                  <a:pt x="1944370" y="7978140"/>
                  <a:pt x="1700530" y="7967980"/>
                  <a:pt x="1463040" y="7957820"/>
                </a:cubicBezTo>
                <a:cubicBezTo>
                  <a:pt x="1225550" y="7947660"/>
                  <a:pt x="994410" y="7924800"/>
                  <a:pt x="758190" y="7900670"/>
                </a:cubicBezTo>
                <a:cubicBezTo>
                  <a:pt x="521970" y="7876540"/>
                  <a:pt x="287020" y="7852410"/>
                  <a:pt x="45720" y="7813040"/>
                </a:cubicBezTo>
                <a:cubicBezTo>
                  <a:pt x="-194310" y="7773670"/>
                  <a:pt x="-447040" y="7733030"/>
                  <a:pt x="-685800" y="7664450"/>
                </a:cubicBezTo>
                <a:cubicBezTo>
                  <a:pt x="-924560" y="7595870"/>
                  <a:pt x="-1174750" y="7513320"/>
                  <a:pt x="-1388110" y="7401560"/>
                </a:cubicBezTo>
                <a:cubicBezTo>
                  <a:pt x="-1602740" y="7291070"/>
                  <a:pt x="-1807210" y="7152640"/>
                  <a:pt x="-1969770" y="7000240"/>
                </a:cubicBezTo>
                <a:cubicBezTo>
                  <a:pt x="-2132330" y="6849110"/>
                  <a:pt x="-2261870" y="6668770"/>
                  <a:pt x="-2362200" y="6489700"/>
                </a:cubicBezTo>
                <a:cubicBezTo>
                  <a:pt x="-2461260" y="6310630"/>
                  <a:pt x="-2520950" y="6116320"/>
                  <a:pt x="-2565400" y="5925820"/>
                </a:cubicBezTo>
                <a:cubicBezTo>
                  <a:pt x="-2611120" y="5736590"/>
                  <a:pt x="-2627630" y="5542280"/>
                  <a:pt x="-2632710" y="5349240"/>
                </a:cubicBezTo>
                <a:cubicBezTo>
                  <a:pt x="-2639060" y="5156200"/>
                  <a:pt x="-2628900" y="4961890"/>
                  <a:pt x="-2598420" y="4767580"/>
                </a:cubicBezTo>
                <a:cubicBezTo>
                  <a:pt x="-2566670" y="4573270"/>
                  <a:pt x="-2522220" y="4375150"/>
                  <a:pt x="-2444750" y="4183380"/>
                </a:cubicBezTo>
                <a:cubicBezTo>
                  <a:pt x="-2367280" y="3992880"/>
                  <a:pt x="-2265680" y="3798570"/>
                  <a:pt x="-2132330" y="3619500"/>
                </a:cubicBezTo>
                <a:cubicBezTo>
                  <a:pt x="-1998980" y="3440430"/>
                  <a:pt x="-1833880" y="3266440"/>
                  <a:pt x="-1645920" y="3111500"/>
                </a:cubicBezTo>
                <a:cubicBezTo>
                  <a:pt x="-1457960" y="2955290"/>
                  <a:pt x="-1238250" y="2811780"/>
                  <a:pt x="-1005840" y="2688590"/>
                </a:cubicBezTo>
                <a:cubicBezTo>
                  <a:pt x="-773430" y="2564130"/>
                  <a:pt x="-516890" y="2454910"/>
                  <a:pt x="-251460" y="2369820"/>
                </a:cubicBezTo>
                <a:cubicBezTo>
                  <a:pt x="13970" y="2284730"/>
                  <a:pt x="300990" y="2213610"/>
                  <a:pt x="586740" y="2178050"/>
                </a:cubicBezTo>
                <a:cubicBezTo>
                  <a:pt x="872490" y="2141220"/>
                  <a:pt x="1178560" y="2128520"/>
                  <a:pt x="1463040" y="2153920"/>
                </a:cubicBezTo>
                <a:cubicBezTo>
                  <a:pt x="1747520" y="2179320"/>
                  <a:pt x="2042160" y="2241550"/>
                  <a:pt x="2296160" y="2332990"/>
                </a:cubicBezTo>
                <a:cubicBezTo>
                  <a:pt x="2550160" y="2423160"/>
                  <a:pt x="2790190" y="2557780"/>
                  <a:pt x="2988310" y="2698750"/>
                </a:cubicBezTo>
                <a:cubicBezTo>
                  <a:pt x="3185160" y="2838450"/>
                  <a:pt x="3345180" y="3013710"/>
                  <a:pt x="3482340" y="3173730"/>
                </a:cubicBezTo>
                <a:cubicBezTo>
                  <a:pt x="3619500" y="3333750"/>
                  <a:pt x="3713480" y="3505200"/>
                  <a:pt x="3812540" y="3657600"/>
                </a:cubicBezTo>
                <a:cubicBezTo>
                  <a:pt x="3910330" y="3811270"/>
                  <a:pt x="3985260" y="3954780"/>
                  <a:pt x="4072890" y="4093210"/>
                </a:cubicBezTo>
                <a:cubicBezTo>
                  <a:pt x="4160520" y="4232910"/>
                  <a:pt x="4250690" y="4357370"/>
                  <a:pt x="4340860" y="4490720"/>
                </a:cubicBezTo>
                <a:cubicBezTo>
                  <a:pt x="4429760" y="4625340"/>
                  <a:pt x="4531360" y="4754880"/>
                  <a:pt x="4611370" y="4898390"/>
                </a:cubicBezTo>
                <a:cubicBezTo>
                  <a:pt x="4690110" y="5041900"/>
                  <a:pt x="4768850" y="5193030"/>
                  <a:pt x="4813300" y="5349240"/>
                </a:cubicBezTo>
                <a:close/>
              </a:path>
            </a:pathLst>
          </a:custGeom>
          <a:noFill/>
          <a:ln w="9525">
            <a:solidFill>
              <a:schemeClr val="tx1">
                <a:alpha val="7000"/>
              </a:schemeClr>
            </a:solidFill>
            <a:prstDash val="solid"/>
            <a:round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Decoration"/>
          <p:cNvSpPr/>
          <p:nvPr/>
        </p:nvSpPr>
        <p:spPr>
          <a:xfrm>
            <a:off x="942340" y="3874770"/>
            <a:ext cx="914400" cy="508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53440" y="2468880"/>
            <a:ext cx="10485120" cy="1371600"/>
          </a:xfrm>
        </p:spPr>
        <p:txBody>
          <a:bodyPr wrap="square" lIns="91440" tIns="45720" rIns="91440" bIns="45720" anchor="b" rtlCol="0">
            <a:normAutofit/>
          </a:bodyPr>
          <a:lstStyle>
            <a:lvl1pPr marL="0" indent="0" algn="l">
              <a:buNone/>
              <a:defRPr sz="4600" b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type="body" idx="1"/>
          </p:nvPr>
        </p:nvSpPr>
        <p:spPr>
          <a:xfrm>
            <a:off x="853440" y="3977640"/>
            <a:ext cx="10485120" cy="960120"/>
          </a:xfrm>
        </p:spPr>
        <p:txBody>
          <a:bodyPr wrap="square" lIns="91440" tIns="45720" rIns="91440" bIns="45720" anchor="t" rtlCol="0">
            <a:normAutofit/>
          </a:bodyPr>
          <a:lstStyle>
            <a:lvl1pPr marL="0" indent="0" algn="l">
              <a:buNone/>
              <a:defRPr sz="2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853440" y="6426200"/>
            <a:ext cx="2682240" cy="279400"/>
          </a:xfrm>
        </p:spPr>
        <p:txBody>
          <a:bodyPr lIns="0" tIns="0" rIns="0" bIns="0" anchor="t"/>
          <a:lstStyle>
            <a:lvl1pPr algn="l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l"/>
            <a:fld id="{C63262E3-DEF1-F5B3-DDBA-A329B1B7B649}" type="datetime1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10/14/2026</a:t>
            </a:fld>
            <a:endParaRPr lang="en-US" sz="1050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657600" y="6426200"/>
            <a:ext cx="4876800" cy="279400"/>
          </a:xfrm>
        </p:spPr>
        <p:txBody>
          <a:bodyPr lIns="0" tIns="0" rIns="0" bIns="0" anchor="t"/>
          <a:lstStyle>
            <a:lvl1pPr algn="ct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ctr"/>
            <a:endParaRPr lang="en-US" sz="1050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8656320" y="6426200"/>
            <a:ext cx="2682240" cy="279400"/>
          </a:xfrm>
        </p:spPr>
        <p:txBody>
          <a:bodyPr lIns="0" tIns="0" rIns="0" bIns="0" anchor="t"/>
          <a:lstStyle>
            <a:lvl1pPr algn="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r"/>
            <a:fld id="{15CE3454-D6C2-2137-C558-3F2539687BB3}" type="slidenum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0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gradFill flip="none" rotWithShape="1">
          <a:gsLst>
            <a:gs pos="0">
              <a:schemeClr val="bg2"/>
            </a:gs>
            <a:gs pos="45000">
              <a:schemeClr val="bg1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"/>
          <p:cNvSpPr/>
          <p:nvPr/>
        </p:nvSpPr>
        <p:spPr>
          <a:xfrm>
            <a:off x="-2926080" y="-4937760"/>
            <a:ext cx="8046720" cy="804672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16000"/>
                </a:schemeClr>
              </a:gs>
              <a:gs pos="37400">
                <a:schemeClr val="accent1">
                  <a:alpha val="7200"/>
                </a:scheme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Decoration"/>
          <p:cNvSpPr/>
          <p:nvPr/>
        </p:nvSpPr>
        <p:spPr>
          <a:xfrm>
            <a:off x="8046720" y="-5486400"/>
            <a:ext cx="7559040" cy="7559040"/>
          </a:xfrm>
          <a:prstGeom prst="ellipse">
            <a:avLst/>
          </a:prstGeom>
          <a:gradFill flip="none" rotWithShape="1">
            <a:gsLst>
              <a:gs pos="0">
                <a:schemeClr val="accent2">
                  <a:alpha val="13000"/>
                </a:schemeClr>
              </a:gs>
              <a:gs pos="37400">
                <a:schemeClr val="accent2">
                  <a:alpha val="5850"/>
                </a:schemeClr>
              </a:gs>
              <a:gs pos="68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Decoration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833350" y="7132320"/>
                </a:moveTo>
                <a:cubicBezTo>
                  <a:pt x="12837160" y="7150100"/>
                  <a:pt x="12835890" y="7170420"/>
                  <a:pt x="12832080" y="7189470"/>
                </a:cubicBezTo>
                <a:cubicBezTo>
                  <a:pt x="12827000" y="7207250"/>
                  <a:pt x="12818110" y="7226300"/>
                  <a:pt x="12807950" y="7242810"/>
                </a:cubicBezTo>
                <a:cubicBezTo>
                  <a:pt x="12796520" y="7260590"/>
                  <a:pt x="12783820" y="7277100"/>
                  <a:pt x="12768580" y="7292340"/>
                </a:cubicBezTo>
                <a:cubicBezTo>
                  <a:pt x="12754610" y="7308850"/>
                  <a:pt x="12739370" y="7324090"/>
                  <a:pt x="12722860" y="7339330"/>
                </a:cubicBezTo>
                <a:cubicBezTo>
                  <a:pt x="12706350" y="7354570"/>
                  <a:pt x="12688570" y="7369810"/>
                  <a:pt x="12669520" y="7383780"/>
                </a:cubicBezTo>
                <a:cubicBezTo>
                  <a:pt x="12649200" y="7396480"/>
                  <a:pt x="12626340" y="7410450"/>
                  <a:pt x="12602210" y="7420610"/>
                </a:cubicBezTo>
                <a:cubicBezTo>
                  <a:pt x="12576810" y="7430770"/>
                  <a:pt x="12548870" y="7438390"/>
                  <a:pt x="12520930" y="7442200"/>
                </a:cubicBezTo>
                <a:cubicBezTo>
                  <a:pt x="12494260" y="7444740"/>
                  <a:pt x="12463780" y="7444740"/>
                  <a:pt x="12435840" y="7440930"/>
                </a:cubicBezTo>
                <a:cubicBezTo>
                  <a:pt x="12407900" y="7437120"/>
                  <a:pt x="12381230" y="7429500"/>
                  <a:pt x="12355830" y="7420610"/>
                </a:cubicBezTo>
                <a:cubicBezTo>
                  <a:pt x="12331700" y="7412990"/>
                  <a:pt x="12308840" y="7401560"/>
                  <a:pt x="12287250" y="7390130"/>
                </a:cubicBezTo>
                <a:cubicBezTo>
                  <a:pt x="12265660" y="7378700"/>
                  <a:pt x="12246610" y="7367270"/>
                  <a:pt x="12228830" y="7355840"/>
                </a:cubicBezTo>
                <a:cubicBezTo>
                  <a:pt x="12211050" y="7343140"/>
                  <a:pt x="12193270" y="7331710"/>
                  <a:pt x="12178030" y="7317740"/>
                </a:cubicBezTo>
                <a:cubicBezTo>
                  <a:pt x="12162790" y="7305040"/>
                  <a:pt x="12147550" y="7291070"/>
                  <a:pt x="12136120" y="7277100"/>
                </a:cubicBezTo>
                <a:cubicBezTo>
                  <a:pt x="12123420" y="7261860"/>
                  <a:pt x="12113260" y="7246620"/>
                  <a:pt x="12105640" y="7230110"/>
                </a:cubicBezTo>
                <a:cubicBezTo>
                  <a:pt x="12098020" y="7214870"/>
                  <a:pt x="12092940" y="7198360"/>
                  <a:pt x="12089130" y="7181850"/>
                </a:cubicBezTo>
                <a:cubicBezTo>
                  <a:pt x="12085320" y="7165340"/>
                  <a:pt x="12084050" y="7148830"/>
                  <a:pt x="12082780" y="7132320"/>
                </a:cubicBezTo>
                <a:cubicBezTo>
                  <a:pt x="12081510" y="7115810"/>
                  <a:pt x="12080240" y="7099300"/>
                  <a:pt x="12082780" y="7081520"/>
                </a:cubicBezTo>
                <a:cubicBezTo>
                  <a:pt x="12085320" y="7065010"/>
                  <a:pt x="12087860" y="7047230"/>
                  <a:pt x="12095480" y="7030720"/>
                </a:cubicBezTo>
                <a:cubicBezTo>
                  <a:pt x="12101830" y="7014210"/>
                  <a:pt x="12111990" y="6997700"/>
                  <a:pt x="12125960" y="6983730"/>
                </a:cubicBezTo>
                <a:cubicBezTo>
                  <a:pt x="12139930" y="6969760"/>
                  <a:pt x="12158980" y="6957060"/>
                  <a:pt x="12179300" y="6948170"/>
                </a:cubicBezTo>
                <a:cubicBezTo>
                  <a:pt x="12199620" y="6939280"/>
                  <a:pt x="12225020" y="6932930"/>
                  <a:pt x="12247880" y="6929120"/>
                </a:cubicBezTo>
                <a:cubicBezTo>
                  <a:pt x="12270740" y="6925310"/>
                  <a:pt x="12294870" y="6925310"/>
                  <a:pt x="12316460" y="6925310"/>
                </a:cubicBezTo>
                <a:cubicBezTo>
                  <a:pt x="12339320" y="6925310"/>
                  <a:pt x="12359640" y="6926580"/>
                  <a:pt x="12378690" y="6927850"/>
                </a:cubicBezTo>
                <a:cubicBezTo>
                  <a:pt x="12399010" y="6927850"/>
                  <a:pt x="12416790" y="6927850"/>
                  <a:pt x="12435840" y="6927850"/>
                </a:cubicBezTo>
                <a:cubicBezTo>
                  <a:pt x="12454890" y="6927850"/>
                  <a:pt x="12472670" y="6926580"/>
                  <a:pt x="12492990" y="6926580"/>
                </a:cubicBezTo>
                <a:cubicBezTo>
                  <a:pt x="12512040" y="6927850"/>
                  <a:pt x="12532360" y="6927850"/>
                  <a:pt x="12552680" y="6930390"/>
                </a:cubicBezTo>
                <a:cubicBezTo>
                  <a:pt x="12571730" y="6932930"/>
                  <a:pt x="12593320" y="6936740"/>
                  <a:pt x="12612370" y="6941820"/>
                </a:cubicBezTo>
                <a:cubicBezTo>
                  <a:pt x="12631420" y="6948170"/>
                  <a:pt x="12650470" y="6955790"/>
                  <a:pt x="12668250" y="6964680"/>
                </a:cubicBezTo>
                <a:cubicBezTo>
                  <a:pt x="12687300" y="6973570"/>
                  <a:pt x="12705080" y="6983730"/>
                  <a:pt x="12721590" y="6995160"/>
                </a:cubicBezTo>
                <a:cubicBezTo>
                  <a:pt x="12738100" y="7006590"/>
                  <a:pt x="12754610" y="7019290"/>
                  <a:pt x="12769850" y="7033260"/>
                </a:cubicBezTo>
                <a:cubicBezTo>
                  <a:pt x="12785090" y="7047230"/>
                  <a:pt x="12799060" y="7062470"/>
                  <a:pt x="12810490" y="7078980"/>
                </a:cubicBezTo>
                <a:cubicBezTo>
                  <a:pt x="12820650" y="7095490"/>
                  <a:pt x="12829540" y="7114540"/>
                  <a:pt x="12833350" y="7132320"/>
                </a:cubicBezTo>
                <a:close/>
                <a:moveTo>
                  <a:pt x="13130530" y="7132320"/>
                </a:moveTo>
                <a:cubicBezTo>
                  <a:pt x="13134340" y="7164070"/>
                  <a:pt x="13130530" y="7198360"/>
                  <a:pt x="13121640" y="7230110"/>
                </a:cubicBezTo>
                <a:cubicBezTo>
                  <a:pt x="13112750" y="7263130"/>
                  <a:pt x="13096240" y="7293610"/>
                  <a:pt x="13078460" y="7324090"/>
                </a:cubicBezTo>
                <a:cubicBezTo>
                  <a:pt x="13060680" y="7354570"/>
                  <a:pt x="13037820" y="7382510"/>
                  <a:pt x="13014960" y="7411720"/>
                </a:cubicBezTo>
                <a:cubicBezTo>
                  <a:pt x="12992100" y="7439660"/>
                  <a:pt x="12967970" y="7467600"/>
                  <a:pt x="12940030" y="7495540"/>
                </a:cubicBezTo>
                <a:cubicBezTo>
                  <a:pt x="12910820" y="7522210"/>
                  <a:pt x="12881610" y="7550150"/>
                  <a:pt x="12846050" y="7574280"/>
                </a:cubicBezTo>
                <a:cubicBezTo>
                  <a:pt x="12810490" y="7597140"/>
                  <a:pt x="12769850" y="7620000"/>
                  <a:pt x="12725400" y="7635240"/>
                </a:cubicBezTo>
                <a:cubicBezTo>
                  <a:pt x="12682220" y="7651750"/>
                  <a:pt x="12631420" y="7661910"/>
                  <a:pt x="12583160" y="7665720"/>
                </a:cubicBezTo>
                <a:cubicBezTo>
                  <a:pt x="12534900" y="7669530"/>
                  <a:pt x="12482830" y="7665720"/>
                  <a:pt x="12435840" y="7658100"/>
                </a:cubicBezTo>
                <a:cubicBezTo>
                  <a:pt x="12388850" y="7650480"/>
                  <a:pt x="12343130" y="7636510"/>
                  <a:pt x="12301220" y="7621270"/>
                </a:cubicBezTo>
                <a:cubicBezTo>
                  <a:pt x="12258040" y="7607300"/>
                  <a:pt x="12219940" y="7589520"/>
                  <a:pt x="12183110" y="7570470"/>
                </a:cubicBezTo>
                <a:cubicBezTo>
                  <a:pt x="12146280" y="7552690"/>
                  <a:pt x="12113260" y="7534910"/>
                  <a:pt x="12081510" y="7514590"/>
                </a:cubicBezTo>
                <a:cubicBezTo>
                  <a:pt x="12048490" y="7495540"/>
                  <a:pt x="12018010" y="7475220"/>
                  <a:pt x="11991340" y="7452360"/>
                </a:cubicBezTo>
                <a:cubicBezTo>
                  <a:pt x="11963400" y="7430770"/>
                  <a:pt x="11938000" y="7406640"/>
                  <a:pt x="11917680" y="7381240"/>
                </a:cubicBezTo>
                <a:cubicBezTo>
                  <a:pt x="11897360" y="7355840"/>
                  <a:pt x="11880850" y="7329170"/>
                  <a:pt x="11866880" y="7302500"/>
                </a:cubicBezTo>
                <a:cubicBezTo>
                  <a:pt x="11854180" y="7274560"/>
                  <a:pt x="11844020" y="7246620"/>
                  <a:pt x="11836400" y="7218680"/>
                </a:cubicBezTo>
                <a:cubicBezTo>
                  <a:pt x="11828780" y="7189470"/>
                  <a:pt x="11823700" y="7161530"/>
                  <a:pt x="11819890" y="7132320"/>
                </a:cubicBezTo>
                <a:cubicBezTo>
                  <a:pt x="11817350" y="7103110"/>
                  <a:pt x="11813540" y="7073900"/>
                  <a:pt x="11817350" y="7043420"/>
                </a:cubicBezTo>
                <a:cubicBezTo>
                  <a:pt x="11821160" y="7014210"/>
                  <a:pt x="11826240" y="6982460"/>
                  <a:pt x="11840210" y="6954520"/>
                </a:cubicBezTo>
                <a:cubicBezTo>
                  <a:pt x="11854180" y="6926580"/>
                  <a:pt x="11875770" y="6898640"/>
                  <a:pt x="11902440" y="6875780"/>
                </a:cubicBezTo>
                <a:cubicBezTo>
                  <a:pt x="11929110" y="6852920"/>
                  <a:pt x="11965940" y="6833870"/>
                  <a:pt x="12001500" y="6819900"/>
                </a:cubicBezTo>
                <a:cubicBezTo>
                  <a:pt x="12038330" y="6805930"/>
                  <a:pt x="12081510" y="6798310"/>
                  <a:pt x="12120880" y="6791960"/>
                </a:cubicBezTo>
                <a:cubicBezTo>
                  <a:pt x="12158980" y="6786880"/>
                  <a:pt x="12199620" y="6786880"/>
                  <a:pt x="12236450" y="6784340"/>
                </a:cubicBezTo>
                <a:cubicBezTo>
                  <a:pt x="12272010" y="6783070"/>
                  <a:pt x="12306300" y="6784340"/>
                  <a:pt x="12339320" y="6783070"/>
                </a:cubicBezTo>
                <a:cubicBezTo>
                  <a:pt x="12372340" y="6780530"/>
                  <a:pt x="12402820" y="6777990"/>
                  <a:pt x="12435840" y="6776720"/>
                </a:cubicBezTo>
                <a:cubicBezTo>
                  <a:pt x="12468860" y="6774180"/>
                  <a:pt x="12501880" y="6770370"/>
                  <a:pt x="12536170" y="6770370"/>
                </a:cubicBezTo>
                <a:cubicBezTo>
                  <a:pt x="12570460" y="6770370"/>
                  <a:pt x="12606020" y="6770370"/>
                  <a:pt x="12641580" y="6775450"/>
                </a:cubicBezTo>
                <a:cubicBezTo>
                  <a:pt x="12675870" y="6780530"/>
                  <a:pt x="12711430" y="6788150"/>
                  <a:pt x="12745720" y="6798310"/>
                </a:cubicBezTo>
                <a:cubicBezTo>
                  <a:pt x="12780010" y="6808470"/>
                  <a:pt x="12813030" y="6821170"/>
                  <a:pt x="12846050" y="6836410"/>
                </a:cubicBezTo>
                <a:cubicBezTo>
                  <a:pt x="12879070" y="6851650"/>
                  <a:pt x="12910820" y="6869430"/>
                  <a:pt x="12941300" y="6889750"/>
                </a:cubicBezTo>
                <a:cubicBezTo>
                  <a:pt x="12971780" y="6908800"/>
                  <a:pt x="13002260" y="6930390"/>
                  <a:pt x="13027660" y="6955790"/>
                </a:cubicBezTo>
                <a:cubicBezTo>
                  <a:pt x="13054330" y="6979920"/>
                  <a:pt x="13079730" y="7007860"/>
                  <a:pt x="13097510" y="7037070"/>
                </a:cubicBezTo>
                <a:cubicBezTo>
                  <a:pt x="13114020" y="7067550"/>
                  <a:pt x="13126720" y="7100570"/>
                  <a:pt x="13130530" y="7132320"/>
                </a:cubicBezTo>
                <a:close/>
                <a:moveTo>
                  <a:pt x="13430250" y="7132320"/>
                </a:moveTo>
                <a:cubicBezTo>
                  <a:pt x="13432790" y="7178040"/>
                  <a:pt x="13423900" y="7226300"/>
                  <a:pt x="13409930" y="7272020"/>
                </a:cubicBezTo>
                <a:cubicBezTo>
                  <a:pt x="13397230" y="7317740"/>
                  <a:pt x="13373100" y="7360920"/>
                  <a:pt x="13348970" y="7404100"/>
                </a:cubicBezTo>
                <a:cubicBezTo>
                  <a:pt x="13324840" y="7448550"/>
                  <a:pt x="13296900" y="7489190"/>
                  <a:pt x="13266420" y="7531100"/>
                </a:cubicBezTo>
                <a:cubicBezTo>
                  <a:pt x="13234670" y="7573010"/>
                  <a:pt x="13202920" y="7616190"/>
                  <a:pt x="13162280" y="7655560"/>
                </a:cubicBezTo>
                <a:cubicBezTo>
                  <a:pt x="13122910" y="7694930"/>
                  <a:pt x="13078460" y="7736840"/>
                  <a:pt x="13026390" y="7768590"/>
                </a:cubicBezTo>
                <a:cubicBezTo>
                  <a:pt x="12974320" y="7801610"/>
                  <a:pt x="12913360" y="7832090"/>
                  <a:pt x="12849860" y="7851140"/>
                </a:cubicBezTo>
                <a:cubicBezTo>
                  <a:pt x="12785090" y="7870190"/>
                  <a:pt x="12712700" y="7881620"/>
                  <a:pt x="12642850" y="7884160"/>
                </a:cubicBezTo>
                <a:cubicBezTo>
                  <a:pt x="12574270" y="7886700"/>
                  <a:pt x="12501880" y="7877810"/>
                  <a:pt x="12435840" y="7866380"/>
                </a:cubicBezTo>
                <a:cubicBezTo>
                  <a:pt x="12369800" y="7853680"/>
                  <a:pt x="12306300" y="7833360"/>
                  <a:pt x="12247880" y="7814310"/>
                </a:cubicBezTo>
                <a:cubicBezTo>
                  <a:pt x="12188190" y="7793990"/>
                  <a:pt x="12134850" y="7771130"/>
                  <a:pt x="12082780" y="7747000"/>
                </a:cubicBezTo>
                <a:cubicBezTo>
                  <a:pt x="12029440" y="7722870"/>
                  <a:pt x="11981180" y="7698740"/>
                  <a:pt x="11934190" y="7672070"/>
                </a:cubicBezTo>
                <a:cubicBezTo>
                  <a:pt x="11888470" y="7645400"/>
                  <a:pt x="11844020" y="7617460"/>
                  <a:pt x="11804650" y="7585710"/>
                </a:cubicBezTo>
                <a:cubicBezTo>
                  <a:pt x="11766550" y="7555230"/>
                  <a:pt x="11730990" y="7520940"/>
                  <a:pt x="11701780" y="7485380"/>
                </a:cubicBezTo>
                <a:cubicBezTo>
                  <a:pt x="11672570" y="7449820"/>
                  <a:pt x="11649710" y="7411720"/>
                  <a:pt x="11629390" y="7372350"/>
                </a:cubicBezTo>
                <a:cubicBezTo>
                  <a:pt x="11610340" y="7334250"/>
                  <a:pt x="11595100" y="7294880"/>
                  <a:pt x="11582400" y="7254240"/>
                </a:cubicBezTo>
                <a:cubicBezTo>
                  <a:pt x="11569700" y="7214870"/>
                  <a:pt x="11558270" y="7174230"/>
                  <a:pt x="11551920" y="7132320"/>
                </a:cubicBezTo>
                <a:cubicBezTo>
                  <a:pt x="11545570" y="7090410"/>
                  <a:pt x="11540490" y="7047230"/>
                  <a:pt x="11546840" y="7005320"/>
                </a:cubicBezTo>
                <a:cubicBezTo>
                  <a:pt x="11551920" y="6962140"/>
                  <a:pt x="11563350" y="6917690"/>
                  <a:pt x="11586210" y="6879590"/>
                </a:cubicBezTo>
                <a:cubicBezTo>
                  <a:pt x="11610340" y="6840220"/>
                  <a:pt x="11644630" y="6802120"/>
                  <a:pt x="11686540" y="6771640"/>
                </a:cubicBezTo>
                <a:cubicBezTo>
                  <a:pt x="11728450" y="6742430"/>
                  <a:pt x="11783060" y="6718300"/>
                  <a:pt x="11835130" y="6700520"/>
                </a:cubicBezTo>
                <a:cubicBezTo>
                  <a:pt x="11888470" y="6682740"/>
                  <a:pt x="11948160" y="6673850"/>
                  <a:pt x="12002770" y="6664960"/>
                </a:cubicBezTo>
                <a:cubicBezTo>
                  <a:pt x="12056110" y="6657340"/>
                  <a:pt x="12109450" y="6656070"/>
                  <a:pt x="12158980" y="6650990"/>
                </a:cubicBezTo>
                <a:cubicBezTo>
                  <a:pt x="12208510" y="6647180"/>
                  <a:pt x="12252960" y="6643370"/>
                  <a:pt x="12298680" y="6638290"/>
                </a:cubicBezTo>
                <a:cubicBezTo>
                  <a:pt x="12345670" y="6631940"/>
                  <a:pt x="12388850" y="6624320"/>
                  <a:pt x="12435840" y="6619240"/>
                </a:cubicBezTo>
                <a:cubicBezTo>
                  <a:pt x="12482830" y="6614160"/>
                  <a:pt x="12531090" y="6607810"/>
                  <a:pt x="12580620" y="6607810"/>
                </a:cubicBezTo>
                <a:cubicBezTo>
                  <a:pt x="12630150" y="6606540"/>
                  <a:pt x="12682220" y="6609080"/>
                  <a:pt x="12733020" y="6615430"/>
                </a:cubicBezTo>
                <a:cubicBezTo>
                  <a:pt x="12783820" y="6623050"/>
                  <a:pt x="12834620" y="6634480"/>
                  <a:pt x="12884150" y="6649720"/>
                </a:cubicBezTo>
                <a:cubicBezTo>
                  <a:pt x="12933680" y="6663690"/>
                  <a:pt x="12981940" y="6682740"/>
                  <a:pt x="13030200" y="6704330"/>
                </a:cubicBezTo>
                <a:cubicBezTo>
                  <a:pt x="13077190" y="6725920"/>
                  <a:pt x="13125450" y="6750050"/>
                  <a:pt x="13169900" y="6779260"/>
                </a:cubicBezTo>
                <a:cubicBezTo>
                  <a:pt x="13214350" y="6807200"/>
                  <a:pt x="13260070" y="6838950"/>
                  <a:pt x="13296900" y="6875780"/>
                </a:cubicBezTo>
                <a:cubicBezTo>
                  <a:pt x="13333730" y="6911340"/>
                  <a:pt x="13369290" y="6953250"/>
                  <a:pt x="13390880" y="6995160"/>
                </a:cubicBezTo>
                <a:cubicBezTo>
                  <a:pt x="13413740" y="7038340"/>
                  <a:pt x="13426440" y="7086600"/>
                  <a:pt x="13430250" y="7132320"/>
                </a:cubicBezTo>
                <a:close/>
                <a:moveTo>
                  <a:pt x="13727430" y="7132320"/>
                </a:moveTo>
                <a:cubicBezTo>
                  <a:pt x="13728700" y="7192010"/>
                  <a:pt x="13713460" y="7254240"/>
                  <a:pt x="13696950" y="7312660"/>
                </a:cubicBezTo>
                <a:cubicBezTo>
                  <a:pt x="13679170" y="7372350"/>
                  <a:pt x="13651230" y="7429500"/>
                  <a:pt x="13622020" y="7486650"/>
                </a:cubicBezTo>
                <a:cubicBezTo>
                  <a:pt x="13594080" y="7543800"/>
                  <a:pt x="13562330" y="7599680"/>
                  <a:pt x="13522960" y="7655560"/>
                </a:cubicBezTo>
                <a:cubicBezTo>
                  <a:pt x="13484860" y="7711440"/>
                  <a:pt x="13445490" y="7769860"/>
                  <a:pt x="13392150" y="7820660"/>
                </a:cubicBezTo>
                <a:cubicBezTo>
                  <a:pt x="13340080" y="7872730"/>
                  <a:pt x="13280390" y="7926070"/>
                  <a:pt x="13209270" y="7966710"/>
                </a:cubicBezTo>
                <a:cubicBezTo>
                  <a:pt x="13139420" y="8006080"/>
                  <a:pt x="13055600" y="8041640"/>
                  <a:pt x="12970510" y="8063230"/>
                </a:cubicBezTo>
                <a:cubicBezTo>
                  <a:pt x="12886690" y="8083550"/>
                  <a:pt x="12790170" y="8092440"/>
                  <a:pt x="12701270" y="8092440"/>
                </a:cubicBezTo>
                <a:cubicBezTo>
                  <a:pt x="12612370" y="8092440"/>
                  <a:pt x="12519660" y="8078470"/>
                  <a:pt x="12435840" y="8063230"/>
                </a:cubicBezTo>
                <a:cubicBezTo>
                  <a:pt x="12352020" y="8047990"/>
                  <a:pt x="12272010" y="8022590"/>
                  <a:pt x="12195810" y="7999730"/>
                </a:cubicBezTo>
                <a:cubicBezTo>
                  <a:pt x="12120880" y="7975600"/>
                  <a:pt x="12049760" y="7948930"/>
                  <a:pt x="11982450" y="7919720"/>
                </a:cubicBezTo>
                <a:cubicBezTo>
                  <a:pt x="11915140" y="7891780"/>
                  <a:pt x="11849100" y="7862570"/>
                  <a:pt x="11789410" y="7829550"/>
                </a:cubicBezTo>
                <a:cubicBezTo>
                  <a:pt x="11728450" y="7795260"/>
                  <a:pt x="11671300" y="7759700"/>
                  <a:pt x="11621770" y="7719060"/>
                </a:cubicBezTo>
                <a:cubicBezTo>
                  <a:pt x="11570970" y="7678420"/>
                  <a:pt x="11526520" y="7633970"/>
                  <a:pt x="11488420" y="7588250"/>
                </a:cubicBezTo>
                <a:cubicBezTo>
                  <a:pt x="11450320" y="7542530"/>
                  <a:pt x="11421110" y="7493000"/>
                  <a:pt x="11393170" y="7443470"/>
                </a:cubicBezTo>
                <a:cubicBezTo>
                  <a:pt x="11365230" y="7393940"/>
                  <a:pt x="11343640" y="7343140"/>
                  <a:pt x="11323320" y="7291070"/>
                </a:cubicBezTo>
                <a:cubicBezTo>
                  <a:pt x="11304270" y="7240270"/>
                  <a:pt x="11286490" y="7186930"/>
                  <a:pt x="11277600" y="7132320"/>
                </a:cubicBezTo>
                <a:cubicBezTo>
                  <a:pt x="11268710" y="7077710"/>
                  <a:pt x="11262360" y="7020560"/>
                  <a:pt x="11272520" y="6965950"/>
                </a:cubicBezTo>
                <a:cubicBezTo>
                  <a:pt x="11282680" y="6911340"/>
                  <a:pt x="11303000" y="6852920"/>
                  <a:pt x="11337290" y="6804660"/>
                </a:cubicBezTo>
                <a:cubicBezTo>
                  <a:pt x="11372850" y="6756400"/>
                  <a:pt x="11424920" y="6709410"/>
                  <a:pt x="11482070" y="6673850"/>
                </a:cubicBezTo>
                <a:cubicBezTo>
                  <a:pt x="11540490" y="6638290"/>
                  <a:pt x="11614150" y="6610350"/>
                  <a:pt x="11682730" y="6590030"/>
                </a:cubicBezTo>
                <a:cubicBezTo>
                  <a:pt x="11751310" y="6568440"/>
                  <a:pt x="11826240" y="6558280"/>
                  <a:pt x="11892280" y="6546850"/>
                </a:cubicBezTo>
                <a:cubicBezTo>
                  <a:pt x="11959590" y="6535420"/>
                  <a:pt x="12023090" y="6530340"/>
                  <a:pt x="12084050" y="6520180"/>
                </a:cubicBezTo>
                <a:cubicBezTo>
                  <a:pt x="12145010" y="6511290"/>
                  <a:pt x="12199620" y="6499860"/>
                  <a:pt x="12258040" y="6489700"/>
                </a:cubicBezTo>
                <a:cubicBezTo>
                  <a:pt x="12316460" y="6479540"/>
                  <a:pt x="12374880" y="6464300"/>
                  <a:pt x="12435840" y="6456680"/>
                </a:cubicBezTo>
                <a:cubicBezTo>
                  <a:pt x="12496800" y="6447790"/>
                  <a:pt x="12562840" y="6438900"/>
                  <a:pt x="12627610" y="6438900"/>
                </a:cubicBezTo>
                <a:cubicBezTo>
                  <a:pt x="12692380" y="6437630"/>
                  <a:pt x="12760960" y="6441440"/>
                  <a:pt x="12828270" y="6451600"/>
                </a:cubicBezTo>
                <a:cubicBezTo>
                  <a:pt x="12894310" y="6460490"/>
                  <a:pt x="12960350" y="6477000"/>
                  <a:pt x="13026390" y="6496050"/>
                </a:cubicBezTo>
                <a:cubicBezTo>
                  <a:pt x="13092430" y="6515100"/>
                  <a:pt x="13157200" y="6539230"/>
                  <a:pt x="13220700" y="6567170"/>
                </a:cubicBezTo>
                <a:cubicBezTo>
                  <a:pt x="13285470" y="6595110"/>
                  <a:pt x="13351510" y="6625590"/>
                  <a:pt x="13409930" y="6663690"/>
                </a:cubicBezTo>
                <a:cubicBezTo>
                  <a:pt x="13469620" y="6701790"/>
                  <a:pt x="13529310" y="6743700"/>
                  <a:pt x="13576300" y="6791960"/>
                </a:cubicBezTo>
                <a:cubicBezTo>
                  <a:pt x="13623290" y="6840220"/>
                  <a:pt x="13663930" y="6896100"/>
                  <a:pt x="13689330" y="6953250"/>
                </a:cubicBezTo>
                <a:cubicBezTo>
                  <a:pt x="13714730" y="7009130"/>
                  <a:pt x="13726160" y="7072630"/>
                  <a:pt x="13727430" y="7132320"/>
                </a:cubicBezTo>
                <a:close/>
                <a:moveTo>
                  <a:pt x="14022070" y="7132320"/>
                </a:moveTo>
                <a:cubicBezTo>
                  <a:pt x="14020800" y="7205980"/>
                  <a:pt x="14001750" y="7280910"/>
                  <a:pt x="13982700" y="7353300"/>
                </a:cubicBezTo>
                <a:cubicBezTo>
                  <a:pt x="13962380" y="7426960"/>
                  <a:pt x="13933170" y="7498080"/>
                  <a:pt x="13901420" y="7569200"/>
                </a:cubicBezTo>
                <a:cubicBezTo>
                  <a:pt x="13869670" y="7641590"/>
                  <a:pt x="13835380" y="7713980"/>
                  <a:pt x="13789660" y="7783830"/>
                </a:cubicBezTo>
                <a:cubicBezTo>
                  <a:pt x="13743940" y="7853680"/>
                  <a:pt x="13694410" y="7927340"/>
                  <a:pt x="13628370" y="7990840"/>
                </a:cubicBezTo>
                <a:cubicBezTo>
                  <a:pt x="13562330" y="8054340"/>
                  <a:pt x="13482320" y="8116570"/>
                  <a:pt x="13392150" y="8163560"/>
                </a:cubicBezTo>
                <a:cubicBezTo>
                  <a:pt x="13301980" y="8209280"/>
                  <a:pt x="13195300" y="8246110"/>
                  <a:pt x="13088620" y="8266430"/>
                </a:cubicBezTo>
                <a:cubicBezTo>
                  <a:pt x="12981940" y="8288020"/>
                  <a:pt x="12865100" y="8293100"/>
                  <a:pt x="12755880" y="8290560"/>
                </a:cubicBezTo>
                <a:cubicBezTo>
                  <a:pt x="12646660" y="8288020"/>
                  <a:pt x="12537440" y="8270240"/>
                  <a:pt x="12435840" y="8251190"/>
                </a:cubicBezTo>
                <a:cubicBezTo>
                  <a:pt x="12334240" y="8233410"/>
                  <a:pt x="12238990" y="8206740"/>
                  <a:pt x="12146280" y="8180070"/>
                </a:cubicBezTo>
                <a:cubicBezTo>
                  <a:pt x="12054840" y="8153400"/>
                  <a:pt x="11967210" y="8124190"/>
                  <a:pt x="11883390" y="8092440"/>
                </a:cubicBezTo>
                <a:cubicBezTo>
                  <a:pt x="11799570" y="8059420"/>
                  <a:pt x="11718290" y="8025130"/>
                  <a:pt x="11644630" y="7985760"/>
                </a:cubicBezTo>
                <a:cubicBezTo>
                  <a:pt x="11569700" y="7945120"/>
                  <a:pt x="11499850" y="7899400"/>
                  <a:pt x="11438890" y="7849870"/>
                </a:cubicBezTo>
                <a:cubicBezTo>
                  <a:pt x="11377930" y="7800340"/>
                  <a:pt x="11324590" y="7745730"/>
                  <a:pt x="11277600" y="7689850"/>
                </a:cubicBezTo>
                <a:cubicBezTo>
                  <a:pt x="11229340" y="7633970"/>
                  <a:pt x="11191240" y="7574280"/>
                  <a:pt x="11154410" y="7514590"/>
                </a:cubicBezTo>
                <a:cubicBezTo>
                  <a:pt x="11117580" y="7454900"/>
                  <a:pt x="11085830" y="7392670"/>
                  <a:pt x="11059160" y="7329170"/>
                </a:cubicBezTo>
                <a:cubicBezTo>
                  <a:pt x="11032490" y="7265670"/>
                  <a:pt x="11007090" y="7199630"/>
                  <a:pt x="10996930" y="7132320"/>
                </a:cubicBezTo>
                <a:cubicBezTo>
                  <a:pt x="10986770" y="7065010"/>
                  <a:pt x="10981690" y="6992620"/>
                  <a:pt x="10999470" y="6926580"/>
                </a:cubicBezTo>
                <a:cubicBezTo>
                  <a:pt x="11015980" y="6860540"/>
                  <a:pt x="11050270" y="6790690"/>
                  <a:pt x="11098530" y="6733540"/>
                </a:cubicBezTo>
                <a:cubicBezTo>
                  <a:pt x="11148060" y="6676390"/>
                  <a:pt x="11220450" y="6624320"/>
                  <a:pt x="11294110" y="6583680"/>
                </a:cubicBezTo>
                <a:cubicBezTo>
                  <a:pt x="11367770" y="6543040"/>
                  <a:pt x="11459210" y="6513830"/>
                  <a:pt x="11541760" y="6488430"/>
                </a:cubicBezTo>
                <a:cubicBezTo>
                  <a:pt x="11624310" y="6464300"/>
                  <a:pt x="11710670" y="6450330"/>
                  <a:pt x="11788140" y="6433820"/>
                </a:cubicBezTo>
                <a:cubicBezTo>
                  <a:pt x="11865610" y="6417310"/>
                  <a:pt x="11936730" y="6404610"/>
                  <a:pt x="12007850" y="6388100"/>
                </a:cubicBezTo>
                <a:cubicBezTo>
                  <a:pt x="12078970" y="6371590"/>
                  <a:pt x="12143740" y="6352540"/>
                  <a:pt x="12216130" y="6334760"/>
                </a:cubicBezTo>
                <a:cubicBezTo>
                  <a:pt x="12287250" y="6318250"/>
                  <a:pt x="12359640" y="6297930"/>
                  <a:pt x="12435840" y="6286500"/>
                </a:cubicBezTo>
                <a:cubicBezTo>
                  <a:pt x="12512040" y="6273800"/>
                  <a:pt x="12594590" y="6264910"/>
                  <a:pt x="12675870" y="6263640"/>
                </a:cubicBezTo>
                <a:cubicBezTo>
                  <a:pt x="12757150" y="6263640"/>
                  <a:pt x="12842240" y="6269990"/>
                  <a:pt x="12924790" y="6282690"/>
                </a:cubicBezTo>
                <a:cubicBezTo>
                  <a:pt x="13007340" y="6294120"/>
                  <a:pt x="13091160" y="6313170"/>
                  <a:pt x="13173710" y="6337300"/>
                </a:cubicBezTo>
                <a:cubicBezTo>
                  <a:pt x="13256260" y="6360160"/>
                  <a:pt x="13340080" y="6388100"/>
                  <a:pt x="13421360" y="6422390"/>
                </a:cubicBezTo>
                <a:cubicBezTo>
                  <a:pt x="13502640" y="6456680"/>
                  <a:pt x="13586460" y="6496050"/>
                  <a:pt x="13660120" y="6543040"/>
                </a:cubicBezTo>
                <a:cubicBezTo>
                  <a:pt x="13733780" y="6590030"/>
                  <a:pt x="13807440" y="6645910"/>
                  <a:pt x="13862050" y="6706870"/>
                </a:cubicBezTo>
                <a:cubicBezTo>
                  <a:pt x="13915390" y="6767830"/>
                  <a:pt x="13961110" y="6838950"/>
                  <a:pt x="13987780" y="6910070"/>
                </a:cubicBezTo>
                <a:cubicBezTo>
                  <a:pt x="14014450" y="6981190"/>
                  <a:pt x="14022070" y="7058660"/>
                  <a:pt x="14022070" y="7132320"/>
                </a:cubicBezTo>
                <a:close/>
                <a:moveTo>
                  <a:pt x="14312900" y="7132320"/>
                </a:moveTo>
                <a:cubicBezTo>
                  <a:pt x="14310360" y="7219950"/>
                  <a:pt x="14291310" y="7307580"/>
                  <a:pt x="14270990" y="7395210"/>
                </a:cubicBezTo>
                <a:cubicBezTo>
                  <a:pt x="14250670" y="7482840"/>
                  <a:pt x="14224000" y="7567930"/>
                  <a:pt x="14189710" y="7655560"/>
                </a:cubicBezTo>
                <a:cubicBezTo>
                  <a:pt x="14155420" y="7741920"/>
                  <a:pt x="14119860" y="7832090"/>
                  <a:pt x="14065250" y="7915910"/>
                </a:cubicBezTo>
                <a:cubicBezTo>
                  <a:pt x="14011910" y="8001000"/>
                  <a:pt x="13949680" y="8089900"/>
                  <a:pt x="13867130" y="8162290"/>
                </a:cubicBezTo>
                <a:cubicBezTo>
                  <a:pt x="13784580" y="8235950"/>
                  <a:pt x="13681710" y="8305800"/>
                  <a:pt x="13571220" y="8355330"/>
                </a:cubicBezTo>
                <a:cubicBezTo>
                  <a:pt x="13459460" y="8404860"/>
                  <a:pt x="13327380" y="8440420"/>
                  <a:pt x="13200380" y="8460740"/>
                </a:cubicBezTo>
                <a:cubicBezTo>
                  <a:pt x="13073380" y="8481060"/>
                  <a:pt x="12934950" y="8482330"/>
                  <a:pt x="12807950" y="8477250"/>
                </a:cubicBezTo>
                <a:cubicBezTo>
                  <a:pt x="12679680" y="8472170"/>
                  <a:pt x="12553950" y="8451850"/>
                  <a:pt x="12435840" y="8432800"/>
                </a:cubicBezTo>
                <a:cubicBezTo>
                  <a:pt x="12317730" y="8412480"/>
                  <a:pt x="12205970" y="8387080"/>
                  <a:pt x="12096750" y="8357870"/>
                </a:cubicBezTo>
                <a:cubicBezTo>
                  <a:pt x="11988800" y="8329930"/>
                  <a:pt x="11884660" y="8300720"/>
                  <a:pt x="11784330" y="8263890"/>
                </a:cubicBezTo>
                <a:cubicBezTo>
                  <a:pt x="11685270" y="8228330"/>
                  <a:pt x="11588750" y="8187690"/>
                  <a:pt x="11501120" y="8140700"/>
                </a:cubicBezTo>
                <a:cubicBezTo>
                  <a:pt x="11413490" y="8092440"/>
                  <a:pt x="11330940" y="8037830"/>
                  <a:pt x="11258550" y="7979410"/>
                </a:cubicBezTo>
                <a:cubicBezTo>
                  <a:pt x="11186160" y="7922260"/>
                  <a:pt x="11123930" y="7856220"/>
                  <a:pt x="11065510" y="7791450"/>
                </a:cubicBezTo>
                <a:cubicBezTo>
                  <a:pt x="11008360" y="7725410"/>
                  <a:pt x="10957560" y="7656830"/>
                  <a:pt x="10911840" y="7586980"/>
                </a:cubicBezTo>
                <a:cubicBezTo>
                  <a:pt x="10864850" y="7515860"/>
                  <a:pt x="10820400" y="7444740"/>
                  <a:pt x="10787380" y="7368540"/>
                </a:cubicBezTo>
                <a:cubicBezTo>
                  <a:pt x="10754360" y="7292340"/>
                  <a:pt x="10721340" y="7212330"/>
                  <a:pt x="10712450" y="7132320"/>
                </a:cubicBezTo>
                <a:cubicBezTo>
                  <a:pt x="10702290" y="7052310"/>
                  <a:pt x="10704830" y="6965950"/>
                  <a:pt x="10731500" y="6888480"/>
                </a:cubicBezTo>
                <a:cubicBezTo>
                  <a:pt x="10759440" y="6811010"/>
                  <a:pt x="10810240" y="6732270"/>
                  <a:pt x="10876280" y="6667500"/>
                </a:cubicBezTo>
                <a:cubicBezTo>
                  <a:pt x="10941050" y="6602730"/>
                  <a:pt x="11033760" y="6546850"/>
                  <a:pt x="11123930" y="6501130"/>
                </a:cubicBezTo>
                <a:cubicBezTo>
                  <a:pt x="11212830" y="6455410"/>
                  <a:pt x="11318240" y="6424930"/>
                  <a:pt x="11412220" y="6395720"/>
                </a:cubicBezTo>
                <a:cubicBezTo>
                  <a:pt x="11504930" y="6365240"/>
                  <a:pt x="11598910" y="6346190"/>
                  <a:pt x="11684000" y="6322060"/>
                </a:cubicBezTo>
                <a:cubicBezTo>
                  <a:pt x="11770360" y="6299200"/>
                  <a:pt x="11847830" y="6276340"/>
                  <a:pt x="11929110" y="6250940"/>
                </a:cubicBezTo>
                <a:cubicBezTo>
                  <a:pt x="12010390" y="6225540"/>
                  <a:pt x="12086590" y="6196330"/>
                  <a:pt x="12170410" y="6172200"/>
                </a:cubicBezTo>
                <a:cubicBezTo>
                  <a:pt x="12255500" y="6149340"/>
                  <a:pt x="12343130" y="6123940"/>
                  <a:pt x="12435840" y="6108700"/>
                </a:cubicBezTo>
                <a:cubicBezTo>
                  <a:pt x="12528550" y="6094730"/>
                  <a:pt x="12626340" y="6085840"/>
                  <a:pt x="12725400" y="6084570"/>
                </a:cubicBezTo>
                <a:cubicBezTo>
                  <a:pt x="12823190" y="6084570"/>
                  <a:pt x="12924790" y="6093460"/>
                  <a:pt x="13025120" y="6108700"/>
                </a:cubicBezTo>
                <a:cubicBezTo>
                  <a:pt x="13125450" y="6122670"/>
                  <a:pt x="13227050" y="6144260"/>
                  <a:pt x="13327380" y="6170930"/>
                </a:cubicBezTo>
                <a:cubicBezTo>
                  <a:pt x="13428980" y="6198870"/>
                  <a:pt x="13533120" y="6230620"/>
                  <a:pt x="13632180" y="6271260"/>
                </a:cubicBezTo>
                <a:cubicBezTo>
                  <a:pt x="13729970" y="6311900"/>
                  <a:pt x="13832840" y="6360160"/>
                  <a:pt x="13919200" y="6418580"/>
                </a:cubicBezTo>
                <a:cubicBezTo>
                  <a:pt x="14005560" y="6477000"/>
                  <a:pt x="14089380" y="6546850"/>
                  <a:pt x="14150340" y="6621780"/>
                </a:cubicBezTo>
                <a:cubicBezTo>
                  <a:pt x="14210030" y="6695440"/>
                  <a:pt x="14255750" y="6783070"/>
                  <a:pt x="14282420" y="6868160"/>
                </a:cubicBezTo>
                <a:cubicBezTo>
                  <a:pt x="14310360" y="6953250"/>
                  <a:pt x="14314170" y="7044690"/>
                  <a:pt x="14312900" y="7132320"/>
                </a:cubicBezTo>
                <a:close/>
                <a:moveTo>
                  <a:pt x="14602460" y="7132320"/>
                </a:moveTo>
                <a:cubicBezTo>
                  <a:pt x="14601190" y="7233920"/>
                  <a:pt x="14584680" y="7335520"/>
                  <a:pt x="14565630" y="7437120"/>
                </a:cubicBezTo>
                <a:cubicBezTo>
                  <a:pt x="14547850" y="7539990"/>
                  <a:pt x="14524990" y="7641590"/>
                  <a:pt x="14489430" y="7744460"/>
                </a:cubicBezTo>
                <a:cubicBezTo>
                  <a:pt x="14452600" y="7847330"/>
                  <a:pt x="14413230" y="7955280"/>
                  <a:pt x="14349730" y="8053070"/>
                </a:cubicBezTo>
                <a:cubicBezTo>
                  <a:pt x="14284960" y="8150860"/>
                  <a:pt x="14204950" y="8252460"/>
                  <a:pt x="14104620" y="8333740"/>
                </a:cubicBezTo>
                <a:cubicBezTo>
                  <a:pt x="14003020" y="8415020"/>
                  <a:pt x="13876020" y="8488680"/>
                  <a:pt x="13742670" y="8540750"/>
                </a:cubicBezTo>
                <a:cubicBezTo>
                  <a:pt x="13609320" y="8591550"/>
                  <a:pt x="13453110" y="8624570"/>
                  <a:pt x="13305790" y="8643620"/>
                </a:cubicBezTo>
                <a:cubicBezTo>
                  <a:pt x="13157200" y="8662670"/>
                  <a:pt x="13000990" y="8660130"/>
                  <a:pt x="12856210" y="8653780"/>
                </a:cubicBezTo>
                <a:cubicBezTo>
                  <a:pt x="12711430" y="8648700"/>
                  <a:pt x="12570460" y="8629650"/>
                  <a:pt x="12435840" y="8609330"/>
                </a:cubicBezTo>
                <a:cubicBezTo>
                  <a:pt x="12301220" y="8590280"/>
                  <a:pt x="12172950" y="8566150"/>
                  <a:pt x="12048490" y="8536940"/>
                </a:cubicBezTo>
                <a:cubicBezTo>
                  <a:pt x="11922760" y="8507730"/>
                  <a:pt x="11800840" y="8475980"/>
                  <a:pt x="11686540" y="8435340"/>
                </a:cubicBezTo>
                <a:cubicBezTo>
                  <a:pt x="11570970" y="8394700"/>
                  <a:pt x="11459210" y="8347710"/>
                  <a:pt x="11357610" y="8293100"/>
                </a:cubicBezTo>
                <a:cubicBezTo>
                  <a:pt x="11257280" y="8238490"/>
                  <a:pt x="11164570" y="8174990"/>
                  <a:pt x="11080750" y="8107680"/>
                </a:cubicBezTo>
                <a:cubicBezTo>
                  <a:pt x="10995660" y="8041640"/>
                  <a:pt x="10923270" y="7967980"/>
                  <a:pt x="10853420" y="7894320"/>
                </a:cubicBezTo>
                <a:cubicBezTo>
                  <a:pt x="10783570" y="7819390"/>
                  <a:pt x="10720070" y="7741920"/>
                  <a:pt x="10661650" y="7661910"/>
                </a:cubicBezTo>
                <a:cubicBezTo>
                  <a:pt x="10604500" y="7580630"/>
                  <a:pt x="10546080" y="7496810"/>
                  <a:pt x="10507980" y="7407910"/>
                </a:cubicBezTo>
                <a:cubicBezTo>
                  <a:pt x="10468610" y="7320280"/>
                  <a:pt x="10433050" y="7225030"/>
                  <a:pt x="10427970" y="7132320"/>
                </a:cubicBezTo>
                <a:cubicBezTo>
                  <a:pt x="10422890" y="7039610"/>
                  <a:pt x="10436860" y="6939280"/>
                  <a:pt x="10477500" y="6851650"/>
                </a:cubicBezTo>
                <a:cubicBezTo>
                  <a:pt x="10518140" y="6764020"/>
                  <a:pt x="10590530" y="6677660"/>
                  <a:pt x="10673080" y="6606540"/>
                </a:cubicBezTo>
                <a:cubicBezTo>
                  <a:pt x="10754360" y="6535420"/>
                  <a:pt x="10866120" y="6477000"/>
                  <a:pt x="10968990" y="6426200"/>
                </a:cubicBezTo>
                <a:cubicBezTo>
                  <a:pt x="11071860" y="6376670"/>
                  <a:pt x="11187430" y="6342380"/>
                  <a:pt x="11289030" y="6306820"/>
                </a:cubicBezTo>
                <a:cubicBezTo>
                  <a:pt x="11390630" y="6269990"/>
                  <a:pt x="11485880" y="6242050"/>
                  <a:pt x="11578590" y="6209030"/>
                </a:cubicBezTo>
                <a:cubicBezTo>
                  <a:pt x="11672570" y="6176010"/>
                  <a:pt x="11755120" y="6140450"/>
                  <a:pt x="11845290" y="6106160"/>
                </a:cubicBezTo>
                <a:cubicBezTo>
                  <a:pt x="11936730" y="6071870"/>
                  <a:pt x="12025630" y="6032500"/>
                  <a:pt x="12123420" y="6002020"/>
                </a:cubicBezTo>
                <a:cubicBezTo>
                  <a:pt x="12222480" y="5972810"/>
                  <a:pt x="12326620" y="5943600"/>
                  <a:pt x="12435840" y="5927090"/>
                </a:cubicBezTo>
                <a:cubicBezTo>
                  <a:pt x="12545060" y="5909310"/>
                  <a:pt x="12660630" y="5901690"/>
                  <a:pt x="12776200" y="5901690"/>
                </a:cubicBezTo>
                <a:cubicBezTo>
                  <a:pt x="12891770" y="5901690"/>
                  <a:pt x="13009880" y="5911850"/>
                  <a:pt x="13127990" y="5928360"/>
                </a:cubicBezTo>
                <a:cubicBezTo>
                  <a:pt x="13247370" y="5943600"/>
                  <a:pt x="13368020" y="5966460"/>
                  <a:pt x="13488670" y="5996940"/>
                </a:cubicBezTo>
                <a:cubicBezTo>
                  <a:pt x="13609320" y="6028690"/>
                  <a:pt x="13735050" y="6064250"/>
                  <a:pt x="13850620" y="6113780"/>
                </a:cubicBezTo>
                <a:cubicBezTo>
                  <a:pt x="13967460" y="6162040"/>
                  <a:pt x="14086840" y="6220460"/>
                  <a:pt x="14184630" y="6291580"/>
                </a:cubicBezTo>
                <a:cubicBezTo>
                  <a:pt x="14282420" y="6361430"/>
                  <a:pt x="14372590" y="6446520"/>
                  <a:pt x="14437360" y="6535420"/>
                </a:cubicBezTo>
                <a:cubicBezTo>
                  <a:pt x="14502130" y="6624320"/>
                  <a:pt x="14545310" y="6727190"/>
                  <a:pt x="14573250" y="6826250"/>
                </a:cubicBezTo>
                <a:cubicBezTo>
                  <a:pt x="14599920" y="6925310"/>
                  <a:pt x="14603730" y="7030720"/>
                  <a:pt x="14602460" y="7132320"/>
                </a:cubicBezTo>
                <a:close/>
                <a:moveTo>
                  <a:pt x="14893290" y="7132320"/>
                </a:moveTo>
                <a:cubicBezTo>
                  <a:pt x="14895830" y="7247890"/>
                  <a:pt x="14888210" y="7363460"/>
                  <a:pt x="14871700" y="7481570"/>
                </a:cubicBezTo>
                <a:cubicBezTo>
                  <a:pt x="14856460" y="7598410"/>
                  <a:pt x="14839950" y="7719060"/>
                  <a:pt x="14800580" y="7837170"/>
                </a:cubicBezTo>
                <a:cubicBezTo>
                  <a:pt x="14761210" y="7955280"/>
                  <a:pt x="14714220" y="8081010"/>
                  <a:pt x="14636750" y="8191500"/>
                </a:cubicBezTo>
                <a:cubicBezTo>
                  <a:pt x="14559280" y="8301990"/>
                  <a:pt x="14457680" y="8412480"/>
                  <a:pt x="14335760" y="8500110"/>
                </a:cubicBezTo>
                <a:cubicBezTo>
                  <a:pt x="14213840" y="8587740"/>
                  <a:pt x="14058900" y="8662670"/>
                  <a:pt x="13903960" y="8714740"/>
                </a:cubicBezTo>
                <a:cubicBezTo>
                  <a:pt x="13749020" y="8766810"/>
                  <a:pt x="13569950" y="8796020"/>
                  <a:pt x="13403580" y="8813800"/>
                </a:cubicBezTo>
                <a:cubicBezTo>
                  <a:pt x="13235940" y="8832850"/>
                  <a:pt x="13064490" y="8829040"/>
                  <a:pt x="12903200" y="8823960"/>
                </a:cubicBezTo>
                <a:cubicBezTo>
                  <a:pt x="12741910" y="8818880"/>
                  <a:pt x="12586970" y="8802370"/>
                  <a:pt x="12435840" y="8784590"/>
                </a:cubicBezTo>
                <a:cubicBezTo>
                  <a:pt x="12284710" y="8766810"/>
                  <a:pt x="12139930" y="8745220"/>
                  <a:pt x="11998960" y="8716010"/>
                </a:cubicBezTo>
                <a:cubicBezTo>
                  <a:pt x="11856720" y="8685530"/>
                  <a:pt x="11718290" y="8651240"/>
                  <a:pt x="11587480" y="8606790"/>
                </a:cubicBezTo>
                <a:cubicBezTo>
                  <a:pt x="11457940" y="8561070"/>
                  <a:pt x="11332210" y="8506460"/>
                  <a:pt x="11217910" y="8445500"/>
                </a:cubicBezTo>
                <a:cubicBezTo>
                  <a:pt x="11103610" y="8383270"/>
                  <a:pt x="10999470" y="8310880"/>
                  <a:pt x="10902950" y="8235950"/>
                </a:cubicBezTo>
                <a:cubicBezTo>
                  <a:pt x="10805160" y="8162290"/>
                  <a:pt x="10718800" y="8081010"/>
                  <a:pt x="10636250" y="7998460"/>
                </a:cubicBezTo>
                <a:cubicBezTo>
                  <a:pt x="10552430" y="7915910"/>
                  <a:pt x="10472420" y="7829550"/>
                  <a:pt x="10403840" y="7738110"/>
                </a:cubicBezTo>
                <a:cubicBezTo>
                  <a:pt x="10335260" y="7646670"/>
                  <a:pt x="10265410" y="7550150"/>
                  <a:pt x="10223500" y="7449820"/>
                </a:cubicBezTo>
                <a:cubicBezTo>
                  <a:pt x="10180320" y="7348220"/>
                  <a:pt x="10147300" y="7237730"/>
                  <a:pt x="10149840" y="7132320"/>
                </a:cubicBezTo>
                <a:cubicBezTo>
                  <a:pt x="10153650" y="7026910"/>
                  <a:pt x="10184130" y="6915150"/>
                  <a:pt x="10241280" y="6817360"/>
                </a:cubicBezTo>
                <a:cubicBezTo>
                  <a:pt x="10297160" y="6720840"/>
                  <a:pt x="10392410" y="6629400"/>
                  <a:pt x="10491470" y="6551930"/>
                </a:cubicBezTo>
                <a:cubicBezTo>
                  <a:pt x="10589260" y="6475730"/>
                  <a:pt x="10716260" y="6414770"/>
                  <a:pt x="10828020" y="6358890"/>
                </a:cubicBezTo>
                <a:cubicBezTo>
                  <a:pt x="10941050" y="6303010"/>
                  <a:pt x="11060430" y="6263640"/>
                  <a:pt x="11167110" y="6219190"/>
                </a:cubicBezTo>
                <a:cubicBezTo>
                  <a:pt x="11273790" y="6173470"/>
                  <a:pt x="11370310" y="6134100"/>
                  <a:pt x="11468100" y="6089650"/>
                </a:cubicBezTo>
                <a:cubicBezTo>
                  <a:pt x="11567160" y="6045200"/>
                  <a:pt x="11656060" y="5996940"/>
                  <a:pt x="11757660" y="5952490"/>
                </a:cubicBezTo>
                <a:cubicBezTo>
                  <a:pt x="11857990" y="5908040"/>
                  <a:pt x="11960860" y="5859780"/>
                  <a:pt x="12075160" y="5824220"/>
                </a:cubicBezTo>
                <a:cubicBezTo>
                  <a:pt x="12188190" y="5788660"/>
                  <a:pt x="12310110" y="5758180"/>
                  <a:pt x="12435840" y="5739130"/>
                </a:cubicBezTo>
                <a:cubicBezTo>
                  <a:pt x="12561570" y="5721350"/>
                  <a:pt x="12694920" y="5713730"/>
                  <a:pt x="12828270" y="5713730"/>
                </a:cubicBezTo>
                <a:cubicBezTo>
                  <a:pt x="12961620" y="5713730"/>
                  <a:pt x="13097510" y="5723890"/>
                  <a:pt x="13235940" y="5740400"/>
                </a:cubicBezTo>
                <a:cubicBezTo>
                  <a:pt x="13374370" y="5758180"/>
                  <a:pt x="13517880" y="5779770"/>
                  <a:pt x="13658850" y="5815330"/>
                </a:cubicBezTo>
                <a:cubicBezTo>
                  <a:pt x="13798550" y="5849620"/>
                  <a:pt x="13945870" y="5891530"/>
                  <a:pt x="14079220" y="5949950"/>
                </a:cubicBezTo>
                <a:cubicBezTo>
                  <a:pt x="14211300" y="6007100"/>
                  <a:pt x="14344650" y="6078220"/>
                  <a:pt x="14452600" y="6162040"/>
                </a:cubicBezTo>
                <a:cubicBezTo>
                  <a:pt x="14559280" y="6245860"/>
                  <a:pt x="14651990" y="6347460"/>
                  <a:pt x="14720570" y="6451600"/>
                </a:cubicBezTo>
                <a:cubicBezTo>
                  <a:pt x="14787880" y="6554470"/>
                  <a:pt x="14828520" y="6671310"/>
                  <a:pt x="14857730" y="6785610"/>
                </a:cubicBezTo>
                <a:cubicBezTo>
                  <a:pt x="14886940" y="6898640"/>
                  <a:pt x="14892020" y="7016750"/>
                  <a:pt x="14893290" y="7132320"/>
                </a:cubicBezTo>
                <a:close/>
                <a:moveTo>
                  <a:pt x="15193010" y="7132320"/>
                </a:moveTo>
                <a:cubicBezTo>
                  <a:pt x="15200630" y="7263130"/>
                  <a:pt x="15203170" y="7393940"/>
                  <a:pt x="15191740" y="7527290"/>
                </a:cubicBezTo>
                <a:cubicBezTo>
                  <a:pt x="15180310" y="7660640"/>
                  <a:pt x="15166340" y="7800340"/>
                  <a:pt x="15121890" y="7933690"/>
                </a:cubicBezTo>
                <a:cubicBezTo>
                  <a:pt x="15077440" y="8067040"/>
                  <a:pt x="15017750" y="8208010"/>
                  <a:pt x="14923770" y="8328660"/>
                </a:cubicBezTo>
                <a:cubicBezTo>
                  <a:pt x="14828520" y="8450580"/>
                  <a:pt x="14701520" y="8568690"/>
                  <a:pt x="14556740" y="8660130"/>
                </a:cubicBezTo>
                <a:cubicBezTo>
                  <a:pt x="14411960" y="8750300"/>
                  <a:pt x="14231620" y="8823960"/>
                  <a:pt x="14053820" y="8876030"/>
                </a:cubicBezTo>
                <a:cubicBezTo>
                  <a:pt x="13877290" y="8928100"/>
                  <a:pt x="13679170" y="8954770"/>
                  <a:pt x="13495020" y="8973820"/>
                </a:cubicBezTo>
                <a:cubicBezTo>
                  <a:pt x="13310870" y="8992870"/>
                  <a:pt x="13125450" y="8991600"/>
                  <a:pt x="12948920" y="8989060"/>
                </a:cubicBezTo>
                <a:cubicBezTo>
                  <a:pt x="12772390" y="8986520"/>
                  <a:pt x="12602210" y="8976360"/>
                  <a:pt x="12435840" y="8961120"/>
                </a:cubicBezTo>
                <a:cubicBezTo>
                  <a:pt x="12269470" y="8944610"/>
                  <a:pt x="12106910" y="8925560"/>
                  <a:pt x="11948160" y="8895080"/>
                </a:cubicBezTo>
                <a:cubicBezTo>
                  <a:pt x="11790680" y="8864600"/>
                  <a:pt x="11635740" y="8826500"/>
                  <a:pt x="11489690" y="8775700"/>
                </a:cubicBezTo>
                <a:cubicBezTo>
                  <a:pt x="11344910" y="8726170"/>
                  <a:pt x="11206480" y="8662670"/>
                  <a:pt x="11078210" y="8595360"/>
                </a:cubicBezTo>
                <a:cubicBezTo>
                  <a:pt x="10951210" y="8526780"/>
                  <a:pt x="10834370" y="8446770"/>
                  <a:pt x="10723880" y="8365490"/>
                </a:cubicBezTo>
                <a:cubicBezTo>
                  <a:pt x="10612120" y="8284210"/>
                  <a:pt x="10509250" y="8197850"/>
                  <a:pt x="10411460" y="8106410"/>
                </a:cubicBezTo>
                <a:cubicBezTo>
                  <a:pt x="10313670" y="8014970"/>
                  <a:pt x="10215880" y="7920990"/>
                  <a:pt x="10137140" y="7818120"/>
                </a:cubicBezTo>
                <a:cubicBezTo>
                  <a:pt x="10058400" y="7715250"/>
                  <a:pt x="9979660" y="7604760"/>
                  <a:pt x="9937750" y="7490460"/>
                </a:cubicBezTo>
                <a:cubicBezTo>
                  <a:pt x="9895840" y="7376160"/>
                  <a:pt x="9871710" y="7249160"/>
                  <a:pt x="9886950" y="7132320"/>
                </a:cubicBezTo>
                <a:cubicBezTo>
                  <a:pt x="9900920" y="7015480"/>
                  <a:pt x="9954260" y="6892290"/>
                  <a:pt x="10027920" y="6786880"/>
                </a:cubicBezTo>
                <a:cubicBezTo>
                  <a:pt x="10101580" y="6682740"/>
                  <a:pt x="10218420" y="6586220"/>
                  <a:pt x="10330180" y="6504940"/>
                </a:cubicBezTo>
                <a:cubicBezTo>
                  <a:pt x="10441940" y="6422390"/>
                  <a:pt x="10577830" y="6357620"/>
                  <a:pt x="10695940" y="6295390"/>
                </a:cubicBezTo>
                <a:cubicBezTo>
                  <a:pt x="10815320" y="6233160"/>
                  <a:pt x="10932160" y="6183630"/>
                  <a:pt x="11041380" y="6129020"/>
                </a:cubicBezTo>
                <a:cubicBezTo>
                  <a:pt x="11150600" y="6073140"/>
                  <a:pt x="11247120" y="6018530"/>
                  <a:pt x="11349990" y="5962650"/>
                </a:cubicBezTo>
                <a:cubicBezTo>
                  <a:pt x="11454130" y="5905500"/>
                  <a:pt x="11551920" y="5843270"/>
                  <a:pt x="11663680" y="5789930"/>
                </a:cubicBezTo>
                <a:cubicBezTo>
                  <a:pt x="11775440" y="5736590"/>
                  <a:pt x="11894820" y="5680710"/>
                  <a:pt x="12024360" y="5641340"/>
                </a:cubicBezTo>
                <a:cubicBezTo>
                  <a:pt x="12152630" y="5600700"/>
                  <a:pt x="12292330" y="5567680"/>
                  <a:pt x="12435840" y="5547360"/>
                </a:cubicBezTo>
                <a:cubicBezTo>
                  <a:pt x="12579350" y="5527040"/>
                  <a:pt x="12729210" y="5519420"/>
                  <a:pt x="12881610" y="5519420"/>
                </a:cubicBezTo>
                <a:cubicBezTo>
                  <a:pt x="13034010" y="5518150"/>
                  <a:pt x="13190220" y="5525770"/>
                  <a:pt x="13350240" y="5543550"/>
                </a:cubicBezTo>
                <a:cubicBezTo>
                  <a:pt x="13508990" y="5561330"/>
                  <a:pt x="13675360" y="5584190"/>
                  <a:pt x="13835380" y="5623560"/>
                </a:cubicBezTo>
                <a:cubicBezTo>
                  <a:pt x="13995400" y="5664200"/>
                  <a:pt x="14164310" y="5713730"/>
                  <a:pt x="14311630" y="5781040"/>
                </a:cubicBezTo>
                <a:cubicBezTo>
                  <a:pt x="14458950" y="5849620"/>
                  <a:pt x="14603730" y="5935980"/>
                  <a:pt x="14718030" y="6035040"/>
                </a:cubicBezTo>
                <a:cubicBezTo>
                  <a:pt x="14832330" y="6132830"/>
                  <a:pt x="14926310" y="6249670"/>
                  <a:pt x="14996160" y="6369050"/>
                </a:cubicBezTo>
                <a:cubicBezTo>
                  <a:pt x="15067280" y="6487160"/>
                  <a:pt x="15107920" y="6617970"/>
                  <a:pt x="15140940" y="6744970"/>
                </a:cubicBezTo>
                <a:cubicBezTo>
                  <a:pt x="15172690" y="6871970"/>
                  <a:pt x="15184120" y="7001510"/>
                  <a:pt x="15193010" y="7132320"/>
                </a:cubicBezTo>
                <a:close/>
                <a:moveTo>
                  <a:pt x="15502890" y="7132320"/>
                </a:moveTo>
                <a:cubicBezTo>
                  <a:pt x="15520670" y="7277100"/>
                  <a:pt x="15534640" y="7425690"/>
                  <a:pt x="15525750" y="7575550"/>
                </a:cubicBezTo>
                <a:cubicBezTo>
                  <a:pt x="15518130" y="7724140"/>
                  <a:pt x="15504160" y="7882890"/>
                  <a:pt x="15449550" y="8031480"/>
                </a:cubicBezTo>
                <a:cubicBezTo>
                  <a:pt x="15396210" y="8178800"/>
                  <a:pt x="15317470" y="8333740"/>
                  <a:pt x="15203170" y="8463280"/>
                </a:cubicBezTo>
                <a:cubicBezTo>
                  <a:pt x="15088870" y="8592820"/>
                  <a:pt x="14932660" y="8714740"/>
                  <a:pt x="14763750" y="8808720"/>
                </a:cubicBezTo>
                <a:cubicBezTo>
                  <a:pt x="14596110" y="8902700"/>
                  <a:pt x="14390370" y="8972550"/>
                  <a:pt x="14193520" y="9025890"/>
                </a:cubicBezTo>
                <a:cubicBezTo>
                  <a:pt x="13996670" y="9079230"/>
                  <a:pt x="13782040" y="9104630"/>
                  <a:pt x="13582650" y="9126220"/>
                </a:cubicBezTo>
                <a:cubicBezTo>
                  <a:pt x="13383260" y="9147810"/>
                  <a:pt x="13185140" y="9151620"/>
                  <a:pt x="12994640" y="9154160"/>
                </a:cubicBezTo>
                <a:cubicBezTo>
                  <a:pt x="12802870" y="9155430"/>
                  <a:pt x="12618720" y="9151620"/>
                  <a:pt x="12435840" y="9138920"/>
                </a:cubicBezTo>
                <a:cubicBezTo>
                  <a:pt x="12252960" y="9126220"/>
                  <a:pt x="12072620" y="9108440"/>
                  <a:pt x="11898630" y="9075420"/>
                </a:cubicBezTo>
                <a:cubicBezTo>
                  <a:pt x="11725910" y="9042400"/>
                  <a:pt x="11553190" y="8999220"/>
                  <a:pt x="11393170" y="8943340"/>
                </a:cubicBezTo>
                <a:cubicBezTo>
                  <a:pt x="11234420" y="8888730"/>
                  <a:pt x="11083290" y="8817610"/>
                  <a:pt x="10941050" y="8743950"/>
                </a:cubicBezTo>
                <a:cubicBezTo>
                  <a:pt x="10798810" y="8669020"/>
                  <a:pt x="10668000" y="8583930"/>
                  <a:pt x="10541000" y="8496300"/>
                </a:cubicBezTo>
                <a:cubicBezTo>
                  <a:pt x="10414000" y="8408670"/>
                  <a:pt x="10292080" y="8317230"/>
                  <a:pt x="10179050" y="8218170"/>
                </a:cubicBezTo>
                <a:cubicBezTo>
                  <a:pt x="10066020" y="8117840"/>
                  <a:pt x="9951720" y="8013700"/>
                  <a:pt x="9864090" y="7899400"/>
                </a:cubicBezTo>
                <a:cubicBezTo>
                  <a:pt x="9777730" y="7785100"/>
                  <a:pt x="9696450" y="7658100"/>
                  <a:pt x="9659620" y="7529830"/>
                </a:cubicBezTo>
                <a:cubicBezTo>
                  <a:pt x="9622790" y="7401560"/>
                  <a:pt x="9612630" y="7260590"/>
                  <a:pt x="9643110" y="7132320"/>
                </a:cubicBezTo>
                <a:cubicBezTo>
                  <a:pt x="9673590" y="7004050"/>
                  <a:pt x="9751060" y="6871970"/>
                  <a:pt x="9841230" y="6760210"/>
                </a:cubicBezTo>
                <a:cubicBezTo>
                  <a:pt x="9932670" y="6648450"/>
                  <a:pt x="10066020" y="6549390"/>
                  <a:pt x="10186670" y="6461760"/>
                </a:cubicBezTo>
                <a:cubicBezTo>
                  <a:pt x="10307320" y="6374130"/>
                  <a:pt x="10445750" y="6304280"/>
                  <a:pt x="10566400" y="6233160"/>
                </a:cubicBezTo>
                <a:cubicBezTo>
                  <a:pt x="10685780" y="6160770"/>
                  <a:pt x="10798810" y="6099810"/>
                  <a:pt x="10908030" y="6032500"/>
                </a:cubicBezTo>
                <a:cubicBezTo>
                  <a:pt x="11017250" y="5963920"/>
                  <a:pt x="11112500" y="5894070"/>
                  <a:pt x="11222990" y="5825490"/>
                </a:cubicBezTo>
                <a:cubicBezTo>
                  <a:pt x="11332210" y="5755640"/>
                  <a:pt x="11440160" y="5680710"/>
                  <a:pt x="11564620" y="5618480"/>
                </a:cubicBezTo>
                <a:cubicBezTo>
                  <a:pt x="11690350" y="5556250"/>
                  <a:pt x="11826240" y="5496560"/>
                  <a:pt x="11972290" y="5452110"/>
                </a:cubicBezTo>
                <a:cubicBezTo>
                  <a:pt x="12117070" y="5407660"/>
                  <a:pt x="12274550" y="5374640"/>
                  <a:pt x="12435840" y="5351780"/>
                </a:cubicBezTo>
                <a:cubicBezTo>
                  <a:pt x="12597130" y="5328920"/>
                  <a:pt x="12764770" y="5318760"/>
                  <a:pt x="12937490" y="5316220"/>
                </a:cubicBezTo>
                <a:cubicBezTo>
                  <a:pt x="13110210" y="5313680"/>
                  <a:pt x="13288010" y="5318760"/>
                  <a:pt x="13468350" y="5336540"/>
                </a:cubicBezTo>
                <a:cubicBezTo>
                  <a:pt x="13648690" y="5354320"/>
                  <a:pt x="13840460" y="5379720"/>
                  <a:pt x="14019530" y="5425440"/>
                </a:cubicBezTo>
                <a:cubicBezTo>
                  <a:pt x="14199870" y="5471160"/>
                  <a:pt x="14387830" y="5532120"/>
                  <a:pt x="14546580" y="5612130"/>
                </a:cubicBezTo>
                <a:cubicBezTo>
                  <a:pt x="14706600" y="5693410"/>
                  <a:pt x="14859000" y="5796280"/>
                  <a:pt x="14978380" y="5909310"/>
                </a:cubicBezTo>
                <a:cubicBezTo>
                  <a:pt x="15099030" y="6021070"/>
                  <a:pt x="15191740" y="6155690"/>
                  <a:pt x="15266670" y="6287770"/>
                </a:cubicBezTo>
                <a:cubicBezTo>
                  <a:pt x="15340330" y="6421120"/>
                  <a:pt x="15384780" y="6563360"/>
                  <a:pt x="15424150" y="6704330"/>
                </a:cubicBezTo>
                <a:cubicBezTo>
                  <a:pt x="15463520" y="6845300"/>
                  <a:pt x="15486380" y="6987540"/>
                  <a:pt x="15502890" y="7132320"/>
                </a:cubicBezTo>
                <a:close/>
                <a:moveTo>
                  <a:pt x="15829280" y="7132320"/>
                </a:moveTo>
                <a:cubicBezTo>
                  <a:pt x="15855950" y="7292340"/>
                  <a:pt x="15882620" y="7458710"/>
                  <a:pt x="15873730" y="7625080"/>
                </a:cubicBezTo>
                <a:cubicBezTo>
                  <a:pt x="15864840" y="7790180"/>
                  <a:pt x="15844520" y="7967980"/>
                  <a:pt x="15777210" y="8129270"/>
                </a:cubicBezTo>
                <a:cubicBezTo>
                  <a:pt x="15709900" y="8290560"/>
                  <a:pt x="15605760" y="8455660"/>
                  <a:pt x="15468600" y="8591550"/>
                </a:cubicBezTo>
                <a:cubicBezTo>
                  <a:pt x="15331440" y="8727440"/>
                  <a:pt x="15146020" y="8850630"/>
                  <a:pt x="14954250" y="8945880"/>
                </a:cubicBezTo>
                <a:cubicBezTo>
                  <a:pt x="14763750" y="9041130"/>
                  <a:pt x="14536420" y="9109710"/>
                  <a:pt x="14321790" y="9164320"/>
                </a:cubicBezTo>
                <a:cubicBezTo>
                  <a:pt x="14107160" y="9218930"/>
                  <a:pt x="13881100" y="9248140"/>
                  <a:pt x="13667740" y="9273540"/>
                </a:cubicBezTo>
                <a:cubicBezTo>
                  <a:pt x="13454380" y="9298940"/>
                  <a:pt x="13244830" y="9311640"/>
                  <a:pt x="13040360" y="9319260"/>
                </a:cubicBezTo>
                <a:cubicBezTo>
                  <a:pt x="12834620" y="9326880"/>
                  <a:pt x="12633960" y="9329420"/>
                  <a:pt x="12435840" y="9319260"/>
                </a:cubicBezTo>
                <a:cubicBezTo>
                  <a:pt x="12237720" y="9307830"/>
                  <a:pt x="12039600" y="9288780"/>
                  <a:pt x="11849100" y="9254490"/>
                </a:cubicBezTo>
                <a:cubicBezTo>
                  <a:pt x="11659870" y="9218930"/>
                  <a:pt x="11473180" y="9169400"/>
                  <a:pt x="11299190" y="9108440"/>
                </a:cubicBezTo>
                <a:cubicBezTo>
                  <a:pt x="11123930" y="9048750"/>
                  <a:pt x="10960100" y="8972550"/>
                  <a:pt x="10801350" y="8893810"/>
                </a:cubicBezTo>
                <a:cubicBezTo>
                  <a:pt x="10643870" y="8813800"/>
                  <a:pt x="10495280" y="8726170"/>
                  <a:pt x="10351770" y="8633460"/>
                </a:cubicBezTo>
                <a:cubicBezTo>
                  <a:pt x="10208260" y="8539480"/>
                  <a:pt x="10064750" y="8442960"/>
                  <a:pt x="9937750" y="8333740"/>
                </a:cubicBezTo>
                <a:cubicBezTo>
                  <a:pt x="9810750" y="8225790"/>
                  <a:pt x="9679940" y="8108950"/>
                  <a:pt x="9589770" y="7980680"/>
                </a:cubicBezTo>
                <a:cubicBezTo>
                  <a:pt x="9499600" y="7853680"/>
                  <a:pt x="9420860" y="7708900"/>
                  <a:pt x="9394190" y="7567930"/>
                </a:cubicBezTo>
                <a:cubicBezTo>
                  <a:pt x="9366250" y="7426960"/>
                  <a:pt x="9378950" y="7270750"/>
                  <a:pt x="9425940" y="7132320"/>
                </a:cubicBezTo>
                <a:cubicBezTo>
                  <a:pt x="9474200" y="6993890"/>
                  <a:pt x="9575800" y="6855460"/>
                  <a:pt x="9679940" y="6737350"/>
                </a:cubicBezTo>
                <a:cubicBezTo>
                  <a:pt x="9785350" y="6619240"/>
                  <a:pt x="9928860" y="6517640"/>
                  <a:pt x="10054590" y="6422390"/>
                </a:cubicBezTo>
                <a:cubicBezTo>
                  <a:pt x="10180320" y="6327140"/>
                  <a:pt x="10313670" y="6250940"/>
                  <a:pt x="10431780" y="6168390"/>
                </a:cubicBezTo>
                <a:cubicBezTo>
                  <a:pt x="10548620" y="6085840"/>
                  <a:pt x="10654030" y="6009640"/>
                  <a:pt x="10761980" y="5927090"/>
                </a:cubicBezTo>
                <a:cubicBezTo>
                  <a:pt x="10871200" y="5845810"/>
                  <a:pt x="10968990" y="5758180"/>
                  <a:pt x="11085830" y="5678170"/>
                </a:cubicBezTo>
                <a:cubicBezTo>
                  <a:pt x="11202670" y="5596890"/>
                  <a:pt x="11324590" y="5510530"/>
                  <a:pt x="11463020" y="5441950"/>
                </a:cubicBezTo>
                <a:cubicBezTo>
                  <a:pt x="11601450" y="5372100"/>
                  <a:pt x="11756390" y="5308600"/>
                  <a:pt x="11918950" y="5260340"/>
                </a:cubicBezTo>
                <a:cubicBezTo>
                  <a:pt x="12080240" y="5210810"/>
                  <a:pt x="12256770" y="5176520"/>
                  <a:pt x="12435840" y="5149850"/>
                </a:cubicBezTo>
                <a:cubicBezTo>
                  <a:pt x="12614910" y="5124450"/>
                  <a:pt x="12802870" y="5109210"/>
                  <a:pt x="12995910" y="5104130"/>
                </a:cubicBezTo>
                <a:cubicBezTo>
                  <a:pt x="13188950" y="5099050"/>
                  <a:pt x="13392150" y="5099050"/>
                  <a:pt x="13594080" y="5119370"/>
                </a:cubicBezTo>
                <a:cubicBezTo>
                  <a:pt x="13796010" y="5138420"/>
                  <a:pt x="14011910" y="5167630"/>
                  <a:pt x="14208760" y="5220970"/>
                </a:cubicBezTo>
                <a:cubicBezTo>
                  <a:pt x="14406880" y="5275580"/>
                  <a:pt x="14610080" y="5349240"/>
                  <a:pt x="14780260" y="5444490"/>
                </a:cubicBezTo>
                <a:cubicBezTo>
                  <a:pt x="14951710" y="5538470"/>
                  <a:pt x="15106650" y="5659120"/>
                  <a:pt x="15232380" y="5787390"/>
                </a:cubicBezTo>
                <a:cubicBezTo>
                  <a:pt x="15356840" y="5914390"/>
                  <a:pt x="15450820" y="6062980"/>
                  <a:pt x="15530830" y="6209030"/>
                </a:cubicBezTo>
                <a:cubicBezTo>
                  <a:pt x="15612110" y="6355080"/>
                  <a:pt x="15664180" y="6508750"/>
                  <a:pt x="15713710" y="6662420"/>
                </a:cubicBezTo>
                <a:cubicBezTo>
                  <a:pt x="15763240" y="6817360"/>
                  <a:pt x="15802610" y="6972300"/>
                  <a:pt x="15829280" y="7132320"/>
                </a:cubicBezTo>
                <a:close/>
                <a:moveTo>
                  <a:pt x="16172180" y="7132320"/>
                </a:moveTo>
                <a:cubicBezTo>
                  <a:pt x="16207740" y="7308850"/>
                  <a:pt x="16242030" y="7494270"/>
                  <a:pt x="16230600" y="7675880"/>
                </a:cubicBezTo>
                <a:cubicBezTo>
                  <a:pt x="16217900" y="7857490"/>
                  <a:pt x="16182340" y="8051800"/>
                  <a:pt x="16097250" y="8224520"/>
                </a:cubicBezTo>
                <a:cubicBezTo>
                  <a:pt x="16012160" y="8397240"/>
                  <a:pt x="15877540" y="8569960"/>
                  <a:pt x="15716250" y="8710930"/>
                </a:cubicBezTo>
                <a:cubicBezTo>
                  <a:pt x="15554960" y="8851900"/>
                  <a:pt x="15340330" y="8973820"/>
                  <a:pt x="15128240" y="9070340"/>
                </a:cubicBezTo>
                <a:cubicBezTo>
                  <a:pt x="14916150" y="9168130"/>
                  <a:pt x="14671040" y="9236710"/>
                  <a:pt x="14442440" y="9293860"/>
                </a:cubicBezTo>
                <a:cubicBezTo>
                  <a:pt x="14212570" y="9352280"/>
                  <a:pt x="13977620" y="9387840"/>
                  <a:pt x="13751560" y="9419590"/>
                </a:cubicBezTo>
                <a:cubicBezTo>
                  <a:pt x="13525500" y="9452610"/>
                  <a:pt x="13305790" y="9475470"/>
                  <a:pt x="13087350" y="9488170"/>
                </a:cubicBezTo>
                <a:cubicBezTo>
                  <a:pt x="12867640" y="9502140"/>
                  <a:pt x="12650470" y="9509760"/>
                  <a:pt x="12435840" y="9499600"/>
                </a:cubicBezTo>
                <a:cubicBezTo>
                  <a:pt x="12221210" y="9490710"/>
                  <a:pt x="12006580" y="9469120"/>
                  <a:pt x="11800840" y="9431020"/>
                </a:cubicBezTo>
                <a:cubicBezTo>
                  <a:pt x="11595100" y="9392920"/>
                  <a:pt x="11394440" y="9337040"/>
                  <a:pt x="11205210" y="9272270"/>
                </a:cubicBezTo>
                <a:cubicBezTo>
                  <a:pt x="11014710" y="9208770"/>
                  <a:pt x="10835640" y="9128760"/>
                  <a:pt x="10660380" y="9046210"/>
                </a:cubicBezTo>
                <a:cubicBezTo>
                  <a:pt x="10485120" y="8962390"/>
                  <a:pt x="10316210" y="8873490"/>
                  <a:pt x="10154920" y="8774430"/>
                </a:cubicBezTo>
                <a:cubicBezTo>
                  <a:pt x="9992360" y="8676640"/>
                  <a:pt x="9827260" y="8572500"/>
                  <a:pt x="9688830" y="8454390"/>
                </a:cubicBezTo>
                <a:cubicBezTo>
                  <a:pt x="9549130" y="8335010"/>
                  <a:pt x="9409430" y="8202930"/>
                  <a:pt x="9319260" y="8061960"/>
                </a:cubicBezTo>
                <a:cubicBezTo>
                  <a:pt x="9230360" y="7919720"/>
                  <a:pt x="9163050" y="7757160"/>
                  <a:pt x="9150350" y="7603490"/>
                </a:cubicBezTo>
                <a:cubicBezTo>
                  <a:pt x="9136380" y="7448550"/>
                  <a:pt x="9174480" y="7279640"/>
                  <a:pt x="9239250" y="7132320"/>
                </a:cubicBezTo>
                <a:cubicBezTo>
                  <a:pt x="9304020" y="6985000"/>
                  <a:pt x="9425940" y="6842760"/>
                  <a:pt x="9540240" y="6718300"/>
                </a:cubicBezTo>
                <a:cubicBezTo>
                  <a:pt x="9654540" y="6592570"/>
                  <a:pt x="9801860" y="6487160"/>
                  <a:pt x="9926320" y="6384290"/>
                </a:cubicBezTo>
                <a:cubicBezTo>
                  <a:pt x="10049510" y="6280150"/>
                  <a:pt x="10172700" y="6192520"/>
                  <a:pt x="10285730" y="6097270"/>
                </a:cubicBezTo>
                <a:cubicBezTo>
                  <a:pt x="10398760" y="6002020"/>
                  <a:pt x="10494010" y="5909310"/>
                  <a:pt x="10603230" y="5812790"/>
                </a:cubicBezTo>
                <a:cubicBezTo>
                  <a:pt x="10712450" y="5716270"/>
                  <a:pt x="10815320" y="5613400"/>
                  <a:pt x="10941050" y="5520690"/>
                </a:cubicBezTo>
                <a:cubicBezTo>
                  <a:pt x="11066780" y="5429250"/>
                  <a:pt x="11203940" y="5335270"/>
                  <a:pt x="11357610" y="5259070"/>
                </a:cubicBezTo>
                <a:cubicBezTo>
                  <a:pt x="11512550" y="5182870"/>
                  <a:pt x="11685270" y="5116830"/>
                  <a:pt x="11864340" y="5063490"/>
                </a:cubicBezTo>
                <a:cubicBezTo>
                  <a:pt x="12043410" y="5010150"/>
                  <a:pt x="12236450" y="4970780"/>
                  <a:pt x="12435840" y="4940300"/>
                </a:cubicBezTo>
                <a:cubicBezTo>
                  <a:pt x="12635230" y="4909820"/>
                  <a:pt x="12843510" y="4888230"/>
                  <a:pt x="13058140" y="4880610"/>
                </a:cubicBezTo>
                <a:cubicBezTo>
                  <a:pt x="13272770" y="4871720"/>
                  <a:pt x="13501370" y="4869180"/>
                  <a:pt x="13724890" y="4892040"/>
                </a:cubicBezTo>
                <a:cubicBezTo>
                  <a:pt x="13948410" y="4914900"/>
                  <a:pt x="14187170" y="4950460"/>
                  <a:pt x="14400530" y="5015230"/>
                </a:cubicBezTo>
                <a:cubicBezTo>
                  <a:pt x="14615160" y="5080000"/>
                  <a:pt x="14829790" y="5170170"/>
                  <a:pt x="15008860" y="5279390"/>
                </a:cubicBezTo>
                <a:cubicBezTo>
                  <a:pt x="15189200" y="5388610"/>
                  <a:pt x="15346680" y="5527040"/>
                  <a:pt x="15477490" y="5669280"/>
                </a:cubicBezTo>
                <a:cubicBezTo>
                  <a:pt x="15608300" y="5811520"/>
                  <a:pt x="15706090" y="5971540"/>
                  <a:pt x="15794990" y="6130290"/>
                </a:cubicBezTo>
                <a:cubicBezTo>
                  <a:pt x="15885160" y="6289040"/>
                  <a:pt x="15951200" y="6452870"/>
                  <a:pt x="16014700" y="6619240"/>
                </a:cubicBezTo>
                <a:cubicBezTo>
                  <a:pt x="16076930" y="6786880"/>
                  <a:pt x="16135350" y="6955790"/>
                  <a:pt x="16172180" y="7132320"/>
                </a:cubicBezTo>
                <a:close/>
              </a:path>
            </a:pathLst>
          </a:custGeom>
          <a:noFill/>
          <a:ln w="9525">
            <a:solidFill>
              <a:schemeClr val="tx1">
                <a:alpha val="5000"/>
              </a:schemeClr>
            </a:solidFill>
            <a:prstDash val="solid"/>
            <a:round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Decoration"/>
          <p:cNvSpPr/>
          <p:nvPr/>
        </p:nvSpPr>
        <p:spPr>
          <a:xfrm>
            <a:off x="942340" y="1563624"/>
            <a:ext cx="558800" cy="381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53440" y="514350"/>
            <a:ext cx="10485120" cy="960120"/>
          </a:xfrm>
        </p:spPr>
        <p:txBody>
          <a:bodyPr wrap="square" lIns="91440" tIns="45720" rIns="91440" bIns="45720" anchor="b" rtlCol="0">
            <a:normAutofit/>
          </a:bodyPr>
          <a:lstStyle>
            <a:lvl1pPr marL="0" indent="0" algn="l">
              <a:buNone/>
              <a:defRPr sz="4000" b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53440" y="1783080"/>
            <a:ext cx="4998720" cy="4389120"/>
          </a:xfrm>
        </p:spPr>
        <p:txBody>
          <a:bodyPr wrap="square" lIns="91440" tIns="45720" rIns="91440" bIns="45720" anchor="t" rtlCol="0">
            <a:normAutofit/>
          </a:bodyPr>
          <a:lstStyle>
            <a:lvl1pPr marL="342900" indent="-342900" algn="l">
              <a:spcBef>
                <a:spcPts val="1000"/>
              </a:spcBef>
              <a:buFont typeface="Arial"/>
              <a:buChar char="•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>
              <a:spcBef>
                <a:spcPts val="400"/>
              </a:spcBef>
              <a:buFont typeface="Arial"/>
              <a:buChar char="–"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>
              <a:spcBef>
                <a:spcPts val="400"/>
              </a:spcBef>
              <a:buFont typeface="Arial"/>
              <a:buChar char="▪"/>
              <a:defRPr sz="16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 algn="l">
              <a:spcBef>
                <a:spcPts val="400"/>
              </a:spcBef>
              <a:buFont typeface="Arial"/>
              <a:buChar char="›"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 algn="l">
              <a:spcBef>
                <a:spcPts val="400"/>
              </a:spcBef>
              <a:buFont typeface="Arial"/>
              <a:buChar char="»"/>
              <a:defRPr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2"/>
          </p:nvPr>
        </p:nvSpPr>
        <p:spPr>
          <a:xfrm>
            <a:off x="6339840" y="1783080"/>
            <a:ext cx="4998720" cy="4389120"/>
          </a:xfrm>
        </p:spPr>
        <p:txBody>
          <a:bodyPr wrap="square" lIns="91440" tIns="45720" rIns="91440" bIns="45720" anchor="t" rtlCol="0">
            <a:normAutofit/>
          </a:bodyPr>
          <a:lstStyle>
            <a:lvl1pPr marL="342900" indent="-342900" algn="l">
              <a:spcBef>
                <a:spcPts val="1000"/>
              </a:spcBef>
              <a:buFont typeface="Arial"/>
              <a:buChar char="•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>
              <a:spcBef>
                <a:spcPts val="400"/>
              </a:spcBef>
              <a:buFont typeface="Arial"/>
              <a:buChar char="–"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>
              <a:spcBef>
                <a:spcPts val="400"/>
              </a:spcBef>
              <a:buFont typeface="Arial"/>
              <a:buChar char="▪"/>
              <a:defRPr sz="16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 algn="l">
              <a:spcBef>
                <a:spcPts val="400"/>
              </a:spcBef>
              <a:buFont typeface="Arial"/>
              <a:buChar char="›"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 algn="l">
              <a:spcBef>
                <a:spcPts val="400"/>
              </a:spcBef>
              <a:buFont typeface="Arial"/>
              <a:buChar char="»"/>
              <a:defRPr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853440" y="6426200"/>
            <a:ext cx="2682240" cy="279400"/>
          </a:xfrm>
        </p:spPr>
        <p:txBody>
          <a:bodyPr lIns="0" tIns="0" rIns="0" bIns="0" anchor="t"/>
          <a:lstStyle>
            <a:lvl1pPr algn="l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l"/>
            <a:fld id="{178B63C7-178C-F153-2024-4E32CE716587}" type="datetime1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10/14/2026</a:t>
            </a:fld>
            <a:endParaRPr lang="en-US" sz="1050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3657600" y="6426200"/>
            <a:ext cx="4876800" cy="279400"/>
          </a:xfrm>
        </p:spPr>
        <p:txBody>
          <a:bodyPr lIns="0" tIns="0" rIns="0" bIns="0" anchor="t"/>
          <a:lstStyle>
            <a:lvl1pPr algn="ct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ctr"/>
            <a:endParaRPr lang="en-US" sz="1050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8656320" y="6426200"/>
            <a:ext cx="2682240" cy="279400"/>
          </a:xfrm>
        </p:spPr>
        <p:txBody>
          <a:bodyPr lIns="0" tIns="0" rIns="0" bIns="0" anchor="t"/>
          <a:lstStyle>
            <a:lvl1pPr algn="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r"/>
            <a:fld id="{4CFC3FC9-9F42-2D5D-434A-153183FC22CC}" type="slidenum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0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gradFill flip="none" rotWithShape="1">
          <a:gsLst>
            <a:gs pos="0">
              <a:schemeClr val="bg2"/>
            </a:gs>
            <a:gs pos="45000">
              <a:schemeClr val="bg1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"/>
          <p:cNvSpPr/>
          <p:nvPr/>
        </p:nvSpPr>
        <p:spPr>
          <a:xfrm>
            <a:off x="-2926080" y="-4937760"/>
            <a:ext cx="8046720" cy="804672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16000"/>
                </a:schemeClr>
              </a:gs>
              <a:gs pos="37400">
                <a:schemeClr val="accent1">
                  <a:alpha val="7200"/>
                </a:scheme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Decoration"/>
          <p:cNvSpPr/>
          <p:nvPr/>
        </p:nvSpPr>
        <p:spPr>
          <a:xfrm>
            <a:off x="8046720" y="-5486400"/>
            <a:ext cx="7559040" cy="7559040"/>
          </a:xfrm>
          <a:prstGeom prst="ellipse">
            <a:avLst/>
          </a:prstGeom>
          <a:gradFill flip="none" rotWithShape="1">
            <a:gsLst>
              <a:gs pos="0">
                <a:schemeClr val="accent2">
                  <a:alpha val="13000"/>
                </a:schemeClr>
              </a:gs>
              <a:gs pos="37400">
                <a:schemeClr val="accent2">
                  <a:alpha val="5850"/>
                </a:schemeClr>
              </a:gs>
              <a:gs pos="68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Decoration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833350" y="7132320"/>
                </a:moveTo>
                <a:cubicBezTo>
                  <a:pt x="12837160" y="7150100"/>
                  <a:pt x="12835890" y="7170420"/>
                  <a:pt x="12832080" y="7189470"/>
                </a:cubicBezTo>
                <a:cubicBezTo>
                  <a:pt x="12827000" y="7207250"/>
                  <a:pt x="12818110" y="7226300"/>
                  <a:pt x="12807950" y="7242810"/>
                </a:cubicBezTo>
                <a:cubicBezTo>
                  <a:pt x="12796520" y="7260590"/>
                  <a:pt x="12783820" y="7277100"/>
                  <a:pt x="12768580" y="7292340"/>
                </a:cubicBezTo>
                <a:cubicBezTo>
                  <a:pt x="12754610" y="7308850"/>
                  <a:pt x="12739370" y="7324090"/>
                  <a:pt x="12722860" y="7339330"/>
                </a:cubicBezTo>
                <a:cubicBezTo>
                  <a:pt x="12706350" y="7354570"/>
                  <a:pt x="12688570" y="7369810"/>
                  <a:pt x="12669520" y="7383780"/>
                </a:cubicBezTo>
                <a:cubicBezTo>
                  <a:pt x="12649200" y="7396480"/>
                  <a:pt x="12626340" y="7410450"/>
                  <a:pt x="12602210" y="7420610"/>
                </a:cubicBezTo>
                <a:cubicBezTo>
                  <a:pt x="12576810" y="7430770"/>
                  <a:pt x="12548870" y="7438390"/>
                  <a:pt x="12520930" y="7442200"/>
                </a:cubicBezTo>
                <a:cubicBezTo>
                  <a:pt x="12494260" y="7444740"/>
                  <a:pt x="12463780" y="7444740"/>
                  <a:pt x="12435840" y="7440930"/>
                </a:cubicBezTo>
                <a:cubicBezTo>
                  <a:pt x="12407900" y="7437120"/>
                  <a:pt x="12381230" y="7429500"/>
                  <a:pt x="12355830" y="7420610"/>
                </a:cubicBezTo>
                <a:cubicBezTo>
                  <a:pt x="12331700" y="7412990"/>
                  <a:pt x="12308840" y="7401560"/>
                  <a:pt x="12287250" y="7390130"/>
                </a:cubicBezTo>
                <a:cubicBezTo>
                  <a:pt x="12265660" y="7378700"/>
                  <a:pt x="12246610" y="7367270"/>
                  <a:pt x="12228830" y="7355840"/>
                </a:cubicBezTo>
                <a:cubicBezTo>
                  <a:pt x="12211050" y="7343140"/>
                  <a:pt x="12193270" y="7331710"/>
                  <a:pt x="12178030" y="7317740"/>
                </a:cubicBezTo>
                <a:cubicBezTo>
                  <a:pt x="12162790" y="7305040"/>
                  <a:pt x="12147550" y="7291070"/>
                  <a:pt x="12136120" y="7277100"/>
                </a:cubicBezTo>
                <a:cubicBezTo>
                  <a:pt x="12123420" y="7261860"/>
                  <a:pt x="12113260" y="7246620"/>
                  <a:pt x="12105640" y="7230110"/>
                </a:cubicBezTo>
                <a:cubicBezTo>
                  <a:pt x="12098020" y="7214870"/>
                  <a:pt x="12092940" y="7198360"/>
                  <a:pt x="12089130" y="7181850"/>
                </a:cubicBezTo>
                <a:cubicBezTo>
                  <a:pt x="12085320" y="7165340"/>
                  <a:pt x="12084050" y="7148830"/>
                  <a:pt x="12082780" y="7132320"/>
                </a:cubicBezTo>
                <a:cubicBezTo>
                  <a:pt x="12081510" y="7115810"/>
                  <a:pt x="12080240" y="7099300"/>
                  <a:pt x="12082780" y="7081520"/>
                </a:cubicBezTo>
                <a:cubicBezTo>
                  <a:pt x="12085320" y="7065010"/>
                  <a:pt x="12087860" y="7047230"/>
                  <a:pt x="12095480" y="7030720"/>
                </a:cubicBezTo>
                <a:cubicBezTo>
                  <a:pt x="12101830" y="7014210"/>
                  <a:pt x="12111990" y="6997700"/>
                  <a:pt x="12125960" y="6983730"/>
                </a:cubicBezTo>
                <a:cubicBezTo>
                  <a:pt x="12139930" y="6969760"/>
                  <a:pt x="12158980" y="6957060"/>
                  <a:pt x="12179300" y="6948170"/>
                </a:cubicBezTo>
                <a:cubicBezTo>
                  <a:pt x="12199620" y="6939280"/>
                  <a:pt x="12225020" y="6932930"/>
                  <a:pt x="12247880" y="6929120"/>
                </a:cubicBezTo>
                <a:cubicBezTo>
                  <a:pt x="12270740" y="6925310"/>
                  <a:pt x="12294870" y="6925310"/>
                  <a:pt x="12316460" y="6925310"/>
                </a:cubicBezTo>
                <a:cubicBezTo>
                  <a:pt x="12339320" y="6925310"/>
                  <a:pt x="12359640" y="6926580"/>
                  <a:pt x="12378690" y="6927850"/>
                </a:cubicBezTo>
                <a:cubicBezTo>
                  <a:pt x="12399010" y="6927850"/>
                  <a:pt x="12416790" y="6927850"/>
                  <a:pt x="12435840" y="6927850"/>
                </a:cubicBezTo>
                <a:cubicBezTo>
                  <a:pt x="12454890" y="6927850"/>
                  <a:pt x="12472670" y="6926580"/>
                  <a:pt x="12492990" y="6926580"/>
                </a:cubicBezTo>
                <a:cubicBezTo>
                  <a:pt x="12512040" y="6927850"/>
                  <a:pt x="12532360" y="6927850"/>
                  <a:pt x="12552680" y="6930390"/>
                </a:cubicBezTo>
                <a:cubicBezTo>
                  <a:pt x="12571730" y="6932930"/>
                  <a:pt x="12593320" y="6936740"/>
                  <a:pt x="12612370" y="6941820"/>
                </a:cubicBezTo>
                <a:cubicBezTo>
                  <a:pt x="12631420" y="6948170"/>
                  <a:pt x="12650470" y="6955790"/>
                  <a:pt x="12668250" y="6964680"/>
                </a:cubicBezTo>
                <a:cubicBezTo>
                  <a:pt x="12687300" y="6973570"/>
                  <a:pt x="12705080" y="6983730"/>
                  <a:pt x="12721590" y="6995160"/>
                </a:cubicBezTo>
                <a:cubicBezTo>
                  <a:pt x="12738100" y="7006590"/>
                  <a:pt x="12754610" y="7019290"/>
                  <a:pt x="12769850" y="7033260"/>
                </a:cubicBezTo>
                <a:cubicBezTo>
                  <a:pt x="12785090" y="7047230"/>
                  <a:pt x="12799060" y="7062470"/>
                  <a:pt x="12810490" y="7078980"/>
                </a:cubicBezTo>
                <a:cubicBezTo>
                  <a:pt x="12820650" y="7095490"/>
                  <a:pt x="12829540" y="7114540"/>
                  <a:pt x="12833350" y="7132320"/>
                </a:cubicBezTo>
                <a:close/>
                <a:moveTo>
                  <a:pt x="13130530" y="7132320"/>
                </a:moveTo>
                <a:cubicBezTo>
                  <a:pt x="13134340" y="7164070"/>
                  <a:pt x="13130530" y="7198360"/>
                  <a:pt x="13121640" y="7230110"/>
                </a:cubicBezTo>
                <a:cubicBezTo>
                  <a:pt x="13112750" y="7263130"/>
                  <a:pt x="13096240" y="7293610"/>
                  <a:pt x="13078460" y="7324090"/>
                </a:cubicBezTo>
                <a:cubicBezTo>
                  <a:pt x="13060680" y="7354570"/>
                  <a:pt x="13037820" y="7382510"/>
                  <a:pt x="13014960" y="7411720"/>
                </a:cubicBezTo>
                <a:cubicBezTo>
                  <a:pt x="12992100" y="7439660"/>
                  <a:pt x="12967970" y="7467600"/>
                  <a:pt x="12940030" y="7495540"/>
                </a:cubicBezTo>
                <a:cubicBezTo>
                  <a:pt x="12910820" y="7522210"/>
                  <a:pt x="12881610" y="7550150"/>
                  <a:pt x="12846050" y="7574280"/>
                </a:cubicBezTo>
                <a:cubicBezTo>
                  <a:pt x="12810490" y="7597140"/>
                  <a:pt x="12769850" y="7620000"/>
                  <a:pt x="12725400" y="7635240"/>
                </a:cubicBezTo>
                <a:cubicBezTo>
                  <a:pt x="12682220" y="7651750"/>
                  <a:pt x="12631420" y="7661910"/>
                  <a:pt x="12583160" y="7665720"/>
                </a:cubicBezTo>
                <a:cubicBezTo>
                  <a:pt x="12534900" y="7669530"/>
                  <a:pt x="12482830" y="7665720"/>
                  <a:pt x="12435840" y="7658100"/>
                </a:cubicBezTo>
                <a:cubicBezTo>
                  <a:pt x="12388850" y="7650480"/>
                  <a:pt x="12343130" y="7636510"/>
                  <a:pt x="12301220" y="7621270"/>
                </a:cubicBezTo>
                <a:cubicBezTo>
                  <a:pt x="12258040" y="7607300"/>
                  <a:pt x="12219940" y="7589520"/>
                  <a:pt x="12183110" y="7570470"/>
                </a:cubicBezTo>
                <a:cubicBezTo>
                  <a:pt x="12146280" y="7552690"/>
                  <a:pt x="12113260" y="7534910"/>
                  <a:pt x="12081510" y="7514590"/>
                </a:cubicBezTo>
                <a:cubicBezTo>
                  <a:pt x="12048490" y="7495540"/>
                  <a:pt x="12018010" y="7475220"/>
                  <a:pt x="11991340" y="7452360"/>
                </a:cubicBezTo>
                <a:cubicBezTo>
                  <a:pt x="11963400" y="7430770"/>
                  <a:pt x="11938000" y="7406640"/>
                  <a:pt x="11917680" y="7381240"/>
                </a:cubicBezTo>
                <a:cubicBezTo>
                  <a:pt x="11897360" y="7355840"/>
                  <a:pt x="11880850" y="7329170"/>
                  <a:pt x="11866880" y="7302500"/>
                </a:cubicBezTo>
                <a:cubicBezTo>
                  <a:pt x="11854180" y="7274560"/>
                  <a:pt x="11844020" y="7246620"/>
                  <a:pt x="11836400" y="7218680"/>
                </a:cubicBezTo>
                <a:cubicBezTo>
                  <a:pt x="11828780" y="7189470"/>
                  <a:pt x="11823700" y="7161530"/>
                  <a:pt x="11819890" y="7132320"/>
                </a:cubicBezTo>
                <a:cubicBezTo>
                  <a:pt x="11817350" y="7103110"/>
                  <a:pt x="11813540" y="7073900"/>
                  <a:pt x="11817350" y="7043420"/>
                </a:cubicBezTo>
                <a:cubicBezTo>
                  <a:pt x="11821160" y="7014210"/>
                  <a:pt x="11826240" y="6982460"/>
                  <a:pt x="11840210" y="6954520"/>
                </a:cubicBezTo>
                <a:cubicBezTo>
                  <a:pt x="11854180" y="6926580"/>
                  <a:pt x="11875770" y="6898640"/>
                  <a:pt x="11902440" y="6875780"/>
                </a:cubicBezTo>
                <a:cubicBezTo>
                  <a:pt x="11929110" y="6852920"/>
                  <a:pt x="11965940" y="6833870"/>
                  <a:pt x="12001500" y="6819900"/>
                </a:cubicBezTo>
                <a:cubicBezTo>
                  <a:pt x="12038330" y="6805930"/>
                  <a:pt x="12081510" y="6798310"/>
                  <a:pt x="12120880" y="6791960"/>
                </a:cubicBezTo>
                <a:cubicBezTo>
                  <a:pt x="12158980" y="6786880"/>
                  <a:pt x="12199620" y="6786880"/>
                  <a:pt x="12236450" y="6784340"/>
                </a:cubicBezTo>
                <a:cubicBezTo>
                  <a:pt x="12272010" y="6783070"/>
                  <a:pt x="12306300" y="6784340"/>
                  <a:pt x="12339320" y="6783070"/>
                </a:cubicBezTo>
                <a:cubicBezTo>
                  <a:pt x="12372340" y="6780530"/>
                  <a:pt x="12402820" y="6777990"/>
                  <a:pt x="12435840" y="6776720"/>
                </a:cubicBezTo>
                <a:cubicBezTo>
                  <a:pt x="12468860" y="6774180"/>
                  <a:pt x="12501880" y="6770370"/>
                  <a:pt x="12536170" y="6770370"/>
                </a:cubicBezTo>
                <a:cubicBezTo>
                  <a:pt x="12570460" y="6770370"/>
                  <a:pt x="12606020" y="6770370"/>
                  <a:pt x="12641580" y="6775450"/>
                </a:cubicBezTo>
                <a:cubicBezTo>
                  <a:pt x="12675870" y="6780530"/>
                  <a:pt x="12711430" y="6788150"/>
                  <a:pt x="12745720" y="6798310"/>
                </a:cubicBezTo>
                <a:cubicBezTo>
                  <a:pt x="12780010" y="6808470"/>
                  <a:pt x="12813030" y="6821170"/>
                  <a:pt x="12846050" y="6836410"/>
                </a:cubicBezTo>
                <a:cubicBezTo>
                  <a:pt x="12879070" y="6851650"/>
                  <a:pt x="12910820" y="6869430"/>
                  <a:pt x="12941300" y="6889750"/>
                </a:cubicBezTo>
                <a:cubicBezTo>
                  <a:pt x="12971780" y="6908800"/>
                  <a:pt x="13002260" y="6930390"/>
                  <a:pt x="13027660" y="6955790"/>
                </a:cubicBezTo>
                <a:cubicBezTo>
                  <a:pt x="13054330" y="6979920"/>
                  <a:pt x="13079730" y="7007860"/>
                  <a:pt x="13097510" y="7037070"/>
                </a:cubicBezTo>
                <a:cubicBezTo>
                  <a:pt x="13114020" y="7067550"/>
                  <a:pt x="13126720" y="7100570"/>
                  <a:pt x="13130530" y="7132320"/>
                </a:cubicBezTo>
                <a:close/>
                <a:moveTo>
                  <a:pt x="13430250" y="7132320"/>
                </a:moveTo>
                <a:cubicBezTo>
                  <a:pt x="13432790" y="7178040"/>
                  <a:pt x="13423900" y="7226300"/>
                  <a:pt x="13409930" y="7272020"/>
                </a:cubicBezTo>
                <a:cubicBezTo>
                  <a:pt x="13397230" y="7317740"/>
                  <a:pt x="13373100" y="7360920"/>
                  <a:pt x="13348970" y="7404100"/>
                </a:cubicBezTo>
                <a:cubicBezTo>
                  <a:pt x="13324840" y="7448550"/>
                  <a:pt x="13296900" y="7489190"/>
                  <a:pt x="13266420" y="7531100"/>
                </a:cubicBezTo>
                <a:cubicBezTo>
                  <a:pt x="13234670" y="7573010"/>
                  <a:pt x="13202920" y="7616190"/>
                  <a:pt x="13162280" y="7655560"/>
                </a:cubicBezTo>
                <a:cubicBezTo>
                  <a:pt x="13122910" y="7694930"/>
                  <a:pt x="13078460" y="7736840"/>
                  <a:pt x="13026390" y="7768590"/>
                </a:cubicBezTo>
                <a:cubicBezTo>
                  <a:pt x="12974320" y="7801610"/>
                  <a:pt x="12913360" y="7832090"/>
                  <a:pt x="12849860" y="7851140"/>
                </a:cubicBezTo>
                <a:cubicBezTo>
                  <a:pt x="12785090" y="7870190"/>
                  <a:pt x="12712700" y="7881620"/>
                  <a:pt x="12642850" y="7884160"/>
                </a:cubicBezTo>
                <a:cubicBezTo>
                  <a:pt x="12574270" y="7886700"/>
                  <a:pt x="12501880" y="7877810"/>
                  <a:pt x="12435840" y="7866380"/>
                </a:cubicBezTo>
                <a:cubicBezTo>
                  <a:pt x="12369800" y="7853680"/>
                  <a:pt x="12306300" y="7833360"/>
                  <a:pt x="12247880" y="7814310"/>
                </a:cubicBezTo>
                <a:cubicBezTo>
                  <a:pt x="12188190" y="7793990"/>
                  <a:pt x="12134850" y="7771130"/>
                  <a:pt x="12082780" y="7747000"/>
                </a:cubicBezTo>
                <a:cubicBezTo>
                  <a:pt x="12029440" y="7722870"/>
                  <a:pt x="11981180" y="7698740"/>
                  <a:pt x="11934190" y="7672070"/>
                </a:cubicBezTo>
                <a:cubicBezTo>
                  <a:pt x="11888470" y="7645400"/>
                  <a:pt x="11844020" y="7617460"/>
                  <a:pt x="11804650" y="7585710"/>
                </a:cubicBezTo>
                <a:cubicBezTo>
                  <a:pt x="11766550" y="7555230"/>
                  <a:pt x="11730990" y="7520940"/>
                  <a:pt x="11701780" y="7485380"/>
                </a:cubicBezTo>
                <a:cubicBezTo>
                  <a:pt x="11672570" y="7449820"/>
                  <a:pt x="11649710" y="7411720"/>
                  <a:pt x="11629390" y="7372350"/>
                </a:cubicBezTo>
                <a:cubicBezTo>
                  <a:pt x="11610340" y="7334250"/>
                  <a:pt x="11595100" y="7294880"/>
                  <a:pt x="11582400" y="7254240"/>
                </a:cubicBezTo>
                <a:cubicBezTo>
                  <a:pt x="11569700" y="7214870"/>
                  <a:pt x="11558270" y="7174230"/>
                  <a:pt x="11551920" y="7132320"/>
                </a:cubicBezTo>
                <a:cubicBezTo>
                  <a:pt x="11545570" y="7090410"/>
                  <a:pt x="11540490" y="7047230"/>
                  <a:pt x="11546840" y="7005320"/>
                </a:cubicBezTo>
                <a:cubicBezTo>
                  <a:pt x="11551920" y="6962140"/>
                  <a:pt x="11563350" y="6917690"/>
                  <a:pt x="11586210" y="6879590"/>
                </a:cubicBezTo>
                <a:cubicBezTo>
                  <a:pt x="11610340" y="6840220"/>
                  <a:pt x="11644630" y="6802120"/>
                  <a:pt x="11686540" y="6771640"/>
                </a:cubicBezTo>
                <a:cubicBezTo>
                  <a:pt x="11728450" y="6742430"/>
                  <a:pt x="11783060" y="6718300"/>
                  <a:pt x="11835130" y="6700520"/>
                </a:cubicBezTo>
                <a:cubicBezTo>
                  <a:pt x="11888470" y="6682740"/>
                  <a:pt x="11948160" y="6673850"/>
                  <a:pt x="12002770" y="6664960"/>
                </a:cubicBezTo>
                <a:cubicBezTo>
                  <a:pt x="12056110" y="6657340"/>
                  <a:pt x="12109450" y="6656070"/>
                  <a:pt x="12158980" y="6650990"/>
                </a:cubicBezTo>
                <a:cubicBezTo>
                  <a:pt x="12208510" y="6647180"/>
                  <a:pt x="12252960" y="6643370"/>
                  <a:pt x="12298680" y="6638290"/>
                </a:cubicBezTo>
                <a:cubicBezTo>
                  <a:pt x="12345670" y="6631940"/>
                  <a:pt x="12388850" y="6624320"/>
                  <a:pt x="12435840" y="6619240"/>
                </a:cubicBezTo>
                <a:cubicBezTo>
                  <a:pt x="12482830" y="6614160"/>
                  <a:pt x="12531090" y="6607810"/>
                  <a:pt x="12580620" y="6607810"/>
                </a:cubicBezTo>
                <a:cubicBezTo>
                  <a:pt x="12630150" y="6606540"/>
                  <a:pt x="12682220" y="6609080"/>
                  <a:pt x="12733020" y="6615430"/>
                </a:cubicBezTo>
                <a:cubicBezTo>
                  <a:pt x="12783820" y="6623050"/>
                  <a:pt x="12834620" y="6634480"/>
                  <a:pt x="12884150" y="6649720"/>
                </a:cubicBezTo>
                <a:cubicBezTo>
                  <a:pt x="12933680" y="6663690"/>
                  <a:pt x="12981940" y="6682740"/>
                  <a:pt x="13030200" y="6704330"/>
                </a:cubicBezTo>
                <a:cubicBezTo>
                  <a:pt x="13077190" y="6725920"/>
                  <a:pt x="13125450" y="6750050"/>
                  <a:pt x="13169900" y="6779260"/>
                </a:cubicBezTo>
                <a:cubicBezTo>
                  <a:pt x="13214350" y="6807200"/>
                  <a:pt x="13260070" y="6838950"/>
                  <a:pt x="13296900" y="6875780"/>
                </a:cubicBezTo>
                <a:cubicBezTo>
                  <a:pt x="13333730" y="6911340"/>
                  <a:pt x="13369290" y="6953250"/>
                  <a:pt x="13390880" y="6995160"/>
                </a:cubicBezTo>
                <a:cubicBezTo>
                  <a:pt x="13413740" y="7038340"/>
                  <a:pt x="13426440" y="7086600"/>
                  <a:pt x="13430250" y="7132320"/>
                </a:cubicBezTo>
                <a:close/>
                <a:moveTo>
                  <a:pt x="13727430" y="7132320"/>
                </a:moveTo>
                <a:cubicBezTo>
                  <a:pt x="13728700" y="7192010"/>
                  <a:pt x="13713460" y="7254240"/>
                  <a:pt x="13696950" y="7312660"/>
                </a:cubicBezTo>
                <a:cubicBezTo>
                  <a:pt x="13679170" y="7372350"/>
                  <a:pt x="13651230" y="7429500"/>
                  <a:pt x="13622020" y="7486650"/>
                </a:cubicBezTo>
                <a:cubicBezTo>
                  <a:pt x="13594080" y="7543800"/>
                  <a:pt x="13562330" y="7599680"/>
                  <a:pt x="13522960" y="7655560"/>
                </a:cubicBezTo>
                <a:cubicBezTo>
                  <a:pt x="13484860" y="7711440"/>
                  <a:pt x="13445490" y="7769860"/>
                  <a:pt x="13392150" y="7820660"/>
                </a:cubicBezTo>
                <a:cubicBezTo>
                  <a:pt x="13340080" y="7872730"/>
                  <a:pt x="13280390" y="7926070"/>
                  <a:pt x="13209270" y="7966710"/>
                </a:cubicBezTo>
                <a:cubicBezTo>
                  <a:pt x="13139420" y="8006080"/>
                  <a:pt x="13055600" y="8041640"/>
                  <a:pt x="12970510" y="8063230"/>
                </a:cubicBezTo>
                <a:cubicBezTo>
                  <a:pt x="12886690" y="8083550"/>
                  <a:pt x="12790170" y="8092440"/>
                  <a:pt x="12701270" y="8092440"/>
                </a:cubicBezTo>
                <a:cubicBezTo>
                  <a:pt x="12612370" y="8092440"/>
                  <a:pt x="12519660" y="8078470"/>
                  <a:pt x="12435840" y="8063230"/>
                </a:cubicBezTo>
                <a:cubicBezTo>
                  <a:pt x="12352020" y="8047990"/>
                  <a:pt x="12272010" y="8022590"/>
                  <a:pt x="12195810" y="7999730"/>
                </a:cubicBezTo>
                <a:cubicBezTo>
                  <a:pt x="12120880" y="7975600"/>
                  <a:pt x="12049760" y="7948930"/>
                  <a:pt x="11982450" y="7919720"/>
                </a:cubicBezTo>
                <a:cubicBezTo>
                  <a:pt x="11915140" y="7891780"/>
                  <a:pt x="11849100" y="7862570"/>
                  <a:pt x="11789410" y="7829550"/>
                </a:cubicBezTo>
                <a:cubicBezTo>
                  <a:pt x="11728450" y="7795260"/>
                  <a:pt x="11671300" y="7759700"/>
                  <a:pt x="11621770" y="7719060"/>
                </a:cubicBezTo>
                <a:cubicBezTo>
                  <a:pt x="11570970" y="7678420"/>
                  <a:pt x="11526520" y="7633970"/>
                  <a:pt x="11488420" y="7588250"/>
                </a:cubicBezTo>
                <a:cubicBezTo>
                  <a:pt x="11450320" y="7542530"/>
                  <a:pt x="11421110" y="7493000"/>
                  <a:pt x="11393170" y="7443470"/>
                </a:cubicBezTo>
                <a:cubicBezTo>
                  <a:pt x="11365230" y="7393940"/>
                  <a:pt x="11343640" y="7343140"/>
                  <a:pt x="11323320" y="7291070"/>
                </a:cubicBezTo>
                <a:cubicBezTo>
                  <a:pt x="11304270" y="7240270"/>
                  <a:pt x="11286490" y="7186930"/>
                  <a:pt x="11277600" y="7132320"/>
                </a:cubicBezTo>
                <a:cubicBezTo>
                  <a:pt x="11268710" y="7077710"/>
                  <a:pt x="11262360" y="7020560"/>
                  <a:pt x="11272520" y="6965950"/>
                </a:cubicBezTo>
                <a:cubicBezTo>
                  <a:pt x="11282680" y="6911340"/>
                  <a:pt x="11303000" y="6852920"/>
                  <a:pt x="11337290" y="6804660"/>
                </a:cubicBezTo>
                <a:cubicBezTo>
                  <a:pt x="11372850" y="6756400"/>
                  <a:pt x="11424920" y="6709410"/>
                  <a:pt x="11482070" y="6673850"/>
                </a:cubicBezTo>
                <a:cubicBezTo>
                  <a:pt x="11540490" y="6638290"/>
                  <a:pt x="11614150" y="6610350"/>
                  <a:pt x="11682730" y="6590030"/>
                </a:cubicBezTo>
                <a:cubicBezTo>
                  <a:pt x="11751310" y="6568440"/>
                  <a:pt x="11826240" y="6558280"/>
                  <a:pt x="11892280" y="6546850"/>
                </a:cubicBezTo>
                <a:cubicBezTo>
                  <a:pt x="11959590" y="6535420"/>
                  <a:pt x="12023090" y="6530340"/>
                  <a:pt x="12084050" y="6520180"/>
                </a:cubicBezTo>
                <a:cubicBezTo>
                  <a:pt x="12145010" y="6511290"/>
                  <a:pt x="12199620" y="6499860"/>
                  <a:pt x="12258040" y="6489700"/>
                </a:cubicBezTo>
                <a:cubicBezTo>
                  <a:pt x="12316460" y="6479540"/>
                  <a:pt x="12374880" y="6464300"/>
                  <a:pt x="12435840" y="6456680"/>
                </a:cubicBezTo>
                <a:cubicBezTo>
                  <a:pt x="12496800" y="6447790"/>
                  <a:pt x="12562840" y="6438900"/>
                  <a:pt x="12627610" y="6438900"/>
                </a:cubicBezTo>
                <a:cubicBezTo>
                  <a:pt x="12692380" y="6437630"/>
                  <a:pt x="12760960" y="6441440"/>
                  <a:pt x="12828270" y="6451600"/>
                </a:cubicBezTo>
                <a:cubicBezTo>
                  <a:pt x="12894310" y="6460490"/>
                  <a:pt x="12960350" y="6477000"/>
                  <a:pt x="13026390" y="6496050"/>
                </a:cubicBezTo>
                <a:cubicBezTo>
                  <a:pt x="13092430" y="6515100"/>
                  <a:pt x="13157200" y="6539230"/>
                  <a:pt x="13220700" y="6567170"/>
                </a:cubicBezTo>
                <a:cubicBezTo>
                  <a:pt x="13285470" y="6595110"/>
                  <a:pt x="13351510" y="6625590"/>
                  <a:pt x="13409930" y="6663690"/>
                </a:cubicBezTo>
                <a:cubicBezTo>
                  <a:pt x="13469620" y="6701790"/>
                  <a:pt x="13529310" y="6743700"/>
                  <a:pt x="13576300" y="6791960"/>
                </a:cubicBezTo>
                <a:cubicBezTo>
                  <a:pt x="13623290" y="6840220"/>
                  <a:pt x="13663930" y="6896100"/>
                  <a:pt x="13689330" y="6953250"/>
                </a:cubicBezTo>
                <a:cubicBezTo>
                  <a:pt x="13714730" y="7009130"/>
                  <a:pt x="13726160" y="7072630"/>
                  <a:pt x="13727430" y="7132320"/>
                </a:cubicBezTo>
                <a:close/>
                <a:moveTo>
                  <a:pt x="14022070" y="7132320"/>
                </a:moveTo>
                <a:cubicBezTo>
                  <a:pt x="14020800" y="7205980"/>
                  <a:pt x="14001750" y="7280910"/>
                  <a:pt x="13982700" y="7353300"/>
                </a:cubicBezTo>
                <a:cubicBezTo>
                  <a:pt x="13962380" y="7426960"/>
                  <a:pt x="13933170" y="7498080"/>
                  <a:pt x="13901420" y="7569200"/>
                </a:cubicBezTo>
                <a:cubicBezTo>
                  <a:pt x="13869670" y="7641590"/>
                  <a:pt x="13835380" y="7713980"/>
                  <a:pt x="13789660" y="7783830"/>
                </a:cubicBezTo>
                <a:cubicBezTo>
                  <a:pt x="13743940" y="7853680"/>
                  <a:pt x="13694410" y="7927340"/>
                  <a:pt x="13628370" y="7990840"/>
                </a:cubicBezTo>
                <a:cubicBezTo>
                  <a:pt x="13562330" y="8054340"/>
                  <a:pt x="13482320" y="8116570"/>
                  <a:pt x="13392150" y="8163560"/>
                </a:cubicBezTo>
                <a:cubicBezTo>
                  <a:pt x="13301980" y="8209280"/>
                  <a:pt x="13195300" y="8246110"/>
                  <a:pt x="13088620" y="8266430"/>
                </a:cubicBezTo>
                <a:cubicBezTo>
                  <a:pt x="12981940" y="8288020"/>
                  <a:pt x="12865100" y="8293100"/>
                  <a:pt x="12755880" y="8290560"/>
                </a:cubicBezTo>
                <a:cubicBezTo>
                  <a:pt x="12646660" y="8288020"/>
                  <a:pt x="12537440" y="8270240"/>
                  <a:pt x="12435840" y="8251190"/>
                </a:cubicBezTo>
                <a:cubicBezTo>
                  <a:pt x="12334240" y="8233410"/>
                  <a:pt x="12238990" y="8206740"/>
                  <a:pt x="12146280" y="8180070"/>
                </a:cubicBezTo>
                <a:cubicBezTo>
                  <a:pt x="12054840" y="8153400"/>
                  <a:pt x="11967210" y="8124190"/>
                  <a:pt x="11883390" y="8092440"/>
                </a:cubicBezTo>
                <a:cubicBezTo>
                  <a:pt x="11799570" y="8059420"/>
                  <a:pt x="11718290" y="8025130"/>
                  <a:pt x="11644630" y="7985760"/>
                </a:cubicBezTo>
                <a:cubicBezTo>
                  <a:pt x="11569700" y="7945120"/>
                  <a:pt x="11499850" y="7899400"/>
                  <a:pt x="11438890" y="7849870"/>
                </a:cubicBezTo>
                <a:cubicBezTo>
                  <a:pt x="11377930" y="7800340"/>
                  <a:pt x="11324590" y="7745730"/>
                  <a:pt x="11277600" y="7689850"/>
                </a:cubicBezTo>
                <a:cubicBezTo>
                  <a:pt x="11229340" y="7633970"/>
                  <a:pt x="11191240" y="7574280"/>
                  <a:pt x="11154410" y="7514590"/>
                </a:cubicBezTo>
                <a:cubicBezTo>
                  <a:pt x="11117580" y="7454900"/>
                  <a:pt x="11085830" y="7392670"/>
                  <a:pt x="11059160" y="7329170"/>
                </a:cubicBezTo>
                <a:cubicBezTo>
                  <a:pt x="11032490" y="7265670"/>
                  <a:pt x="11007090" y="7199630"/>
                  <a:pt x="10996930" y="7132320"/>
                </a:cubicBezTo>
                <a:cubicBezTo>
                  <a:pt x="10986770" y="7065010"/>
                  <a:pt x="10981690" y="6992620"/>
                  <a:pt x="10999470" y="6926580"/>
                </a:cubicBezTo>
                <a:cubicBezTo>
                  <a:pt x="11015980" y="6860540"/>
                  <a:pt x="11050270" y="6790690"/>
                  <a:pt x="11098530" y="6733540"/>
                </a:cubicBezTo>
                <a:cubicBezTo>
                  <a:pt x="11148060" y="6676390"/>
                  <a:pt x="11220450" y="6624320"/>
                  <a:pt x="11294110" y="6583680"/>
                </a:cubicBezTo>
                <a:cubicBezTo>
                  <a:pt x="11367770" y="6543040"/>
                  <a:pt x="11459210" y="6513830"/>
                  <a:pt x="11541760" y="6488430"/>
                </a:cubicBezTo>
                <a:cubicBezTo>
                  <a:pt x="11624310" y="6464300"/>
                  <a:pt x="11710670" y="6450330"/>
                  <a:pt x="11788140" y="6433820"/>
                </a:cubicBezTo>
                <a:cubicBezTo>
                  <a:pt x="11865610" y="6417310"/>
                  <a:pt x="11936730" y="6404610"/>
                  <a:pt x="12007850" y="6388100"/>
                </a:cubicBezTo>
                <a:cubicBezTo>
                  <a:pt x="12078970" y="6371590"/>
                  <a:pt x="12143740" y="6352540"/>
                  <a:pt x="12216130" y="6334760"/>
                </a:cubicBezTo>
                <a:cubicBezTo>
                  <a:pt x="12287250" y="6318250"/>
                  <a:pt x="12359640" y="6297930"/>
                  <a:pt x="12435840" y="6286500"/>
                </a:cubicBezTo>
                <a:cubicBezTo>
                  <a:pt x="12512040" y="6273800"/>
                  <a:pt x="12594590" y="6264910"/>
                  <a:pt x="12675870" y="6263640"/>
                </a:cubicBezTo>
                <a:cubicBezTo>
                  <a:pt x="12757150" y="6263640"/>
                  <a:pt x="12842240" y="6269990"/>
                  <a:pt x="12924790" y="6282690"/>
                </a:cubicBezTo>
                <a:cubicBezTo>
                  <a:pt x="13007340" y="6294120"/>
                  <a:pt x="13091160" y="6313170"/>
                  <a:pt x="13173710" y="6337300"/>
                </a:cubicBezTo>
                <a:cubicBezTo>
                  <a:pt x="13256260" y="6360160"/>
                  <a:pt x="13340080" y="6388100"/>
                  <a:pt x="13421360" y="6422390"/>
                </a:cubicBezTo>
                <a:cubicBezTo>
                  <a:pt x="13502640" y="6456680"/>
                  <a:pt x="13586460" y="6496050"/>
                  <a:pt x="13660120" y="6543040"/>
                </a:cubicBezTo>
                <a:cubicBezTo>
                  <a:pt x="13733780" y="6590030"/>
                  <a:pt x="13807440" y="6645910"/>
                  <a:pt x="13862050" y="6706870"/>
                </a:cubicBezTo>
                <a:cubicBezTo>
                  <a:pt x="13915390" y="6767830"/>
                  <a:pt x="13961110" y="6838950"/>
                  <a:pt x="13987780" y="6910070"/>
                </a:cubicBezTo>
                <a:cubicBezTo>
                  <a:pt x="14014450" y="6981190"/>
                  <a:pt x="14022070" y="7058660"/>
                  <a:pt x="14022070" y="7132320"/>
                </a:cubicBezTo>
                <a:close/>
                <a:moveTo>
                  <a:pt x="14312900" y="7132320"/>
                </a:moveTo>
                <a:cubicBezTo>
                  <a:pt x="14310360" y="7219950"/>
                  <a:pt x="14291310" y="7307580"/>
                  <a:pt x="14270990" y="7395210"/>
                </a:cubicBezTo>
                <a:cubicBezTo>
                  <a:pt x="14250670" y="7482840"/>
                  <a:pt x="14224000" y="7567930"/>
                  <a:pt x="14189710" y="7655560"/>
                </a:cubicBezTo>
                <a:cubicBezTo>
                  <a:pt x="14155420" y="7741920"/>
                  <a:pt x="14119860" y="7832090"/>
                  <a:pt x="14065250" y="7915910"/>
                </a:cubicBezTo>
                <a:cubicBezTo>
                  <a:pt x="14011910" y="8001000"/>
                  <a:pt x="13949680" y="8089900"/>
                  <a:pt x="13867130" y="8162290"/>
                </a:cubicBezTo>
                <a:cubicBezTo>
                  <a:pt x="13784580" y="8235950"/>
                  <a:pt x="13681710" y="8305800"/>
                  <a:pt x="13571220" y="8355330"/>
                </a:cubicBezTo>
                <a:cubicBezTo>
                  <a:pt x="13459460" y="8404860"/>
                  <a:pt x="13327380" y="8440420"/>
                  <a:pt x="13200380" y="8460740"/>
                </a:cubicBezTo>
                <a:cubicBezTo>
                  <a:pt x="13073380" y="8481060"/>
                  <a:pt x="12934950" y="8482330"/>
                  <a:pt x="12807950" y="8477250"/>
                </a:cubicBezTo>
                <a:cubicBezTo>
                  <a:pt x="12679680" y="8472170"/>
                  <a:pt x="12553950" y="8451850"/>
                  <a:pt x="12435840" y="8432800"/>
                </a:cubicBezTo>
                <a:cubicBezTo>
                  <a:pt x="12317730" y="8412480"/>
                  <a:pt x="12205970" y="8387080"/>
                  <a:pt x="12096750" y="8357870"/>
                </a:cubicBezTo>
                <a:cubicBezTo>
                  <a:pt x="11988800" y="8329930"/>
                  <a:pt x="11884660" y="8300720"/>
                  <a:pt x="11784330" y="8263890"/>
                </a:cubicBezTo>
                <a:cubicBezTo>
                  <a:pt x="11685270" y="8228330"/>
                  <a:pt x="11588750" y="8187690"/>
                  <a:pt x="11501120" y="8140700"/>
                </a:cubicBezTo>
                <a:cubicBezTo>
                  <a:pt x="11413490" y="8092440"/>
                  <a:pt x="11330940" y="8037830"/>
                  <a:pt x="11258550" y="7979410"/>
                </a:cubicBezTo>
                <a:cubicBezTo>
                  <a:pt x="11186160" y="7922260"/>
                  <a:pt x="11123930" y="7856220"/>
                  <a:pt x="11065510" y="7791450"/>
                </a:cubicBezTo>
                <a:cubicBezTo>
                  <a:pt x="11008360" y="7725410"/>
                  <a:pt x="10957560" y="7656830"/>
                  <a:pt x="10911840" y="7586980"/>
                </a:cubicBezTo>
                <a:cubicBezTo>
                  <a:pt x="10864850" y="7515860"/>
                  <a:pt x="10820400" y="7444740"/>
                  <a:pt x="10787380" y="7368540"/>
                </a:cubicBezTo>
                <a:cubicBezTo>
                  <a:pt x="10754360" y="7292340"/>
                  <a:pt x="10721340" y="7212330"/>
                  <a:pt x="10712450" y="7132320"/>
                </a:cubicBezTo>
                <a:cubicBezTo>
                  <a:pt x="10702290" y="7052310"/>
                  <a:pt x="10704830" y="6965950"/>
                  <a:pt x="10731500" y="6888480"/>
                </a:cubicBezTo>
                <a:cubicBezTo>
                  <a:pt x="10759440" y="6811010"/>
                  <a:pt x="10810240" y="6732270"/>
                  <a:pt x="10876280" y="6667500"/>
                </a:cubicBezTo>
                <a:cubicBezTo>
                  <a:pt x="10941050" y="6602730"/>
                  <a:pt x="11033760" y="6546850"/>
                  <a:pt x="11123930" y="6501130"/>
                </a:cubicBezTo>
                <a:cubicBezTo>
                  <a:pt x="11212830" y="6455410"/>
                  <a:pt x="11318240" y="6424930"/>
                  <a:pt x="11412220" y="6395720"/>
                </a:cubicBezTo>
                <a:cubicBezTo>
                  <a:pt x="11504930" y="6365240"/>
                  <a:pt x="11598910" y="6346190"/>
                  <a:pt x="11684000" y="6322060"/>
                </a:cubicBezTo>
                <a:cubicBezTo>
                  <a:pt x="11770360" y="6299200"/>
                  <a:pt x="11847830" y="6276340"/>
                  <a:pt x="11929110" y="6250940"/>
                </a:cubicBezTo>
                <a:cubicBezTo>
                  <a:pt x="12010390" y="6225540"/>
                  <a:pt x="12086590" y="6196330"/>
                  <a:pt x="12170410" y="6172200"/>
                </a:cubicBezTo>
                <a:cubicBezTo>
                  <a:pt x="12255500" y="6149340"/>
                  <a:pt x="12343130" y="6123940"/>
                  <a:pt x="12435840" y="6108700"/>
                </a:cubicBezTo>
                <a:cubicBezTo>
                  <a:pt x="12528550" y="6094730"/>
                  <a:pt x="12626340" y="6085840"/>
                  <a:pt x="12725400" y="6084570"/>
                </a:cubicBezTo>
                <a:cubicBezTo>
                  <a:pt x="12823190" y="6084570"/>
                  <a:pt x="12924790" y="6093460"/>
                  <a:pt x="13025120" y="6108700"/>
                </a:cubicBezTo>
                <a:cubicBezTo>
                  <a:pt x="13125450" y="6122670"/>
                  <a:pt x="13227050" y="6144260"/>
                  <a:pt x="13327380" y="6170930"/>
                </a:cubicBezTo>
                <a:cubicBezTo>
                  <a:pt x="13428980" y="6198870"/>
                  <a:pt x="13533120" y="6230620"/>
                  <a:pt x="13632180" y="6271260"/>
                </a:cubicBezTo>
                <a:cubicBezTo>
                  <a:pt x="13729970" y="6311900"/>
                  <a:pt x="13832840" y="6360160"/>
                  <a:pt x="13919200" y="6418580"/>
                </a:cubicBezTo>
                <a:cubicBezTo>
                  <a:pt x="14005560" y="6477000"/>
                  <a:pt x="14089380" y="6546850"/>
                  <a:pt x="14150340" y="6621780"/>
                </a:cubicBezTo>
                <a:cubicBezTo>
                  <a:pt x="14210030" y="6695440"/>
                  <a:pt x="14255750" y="6783070"/>
                  <a:pt x="14282420" y="6868160"/>
                </a:cubicBezTo>
                <a:cubicBezTo>
                  <a:pt x="14310360" y="6953250"/>
                  <a:pt x="14314170" y="7044690"/>
                  <a:pt x="14312900" y="7132320"/>
                </a:cubicBezTo>
                <a:close/>
                <a:moveTo>
                  <a:pt x="14602460" y="7132320"/>
                </a:moveTo>
                <a:cubicBezTo>
                  <a:pt x="14601190" y="7233920"/>
                  <a:pt x="14584680" y="7335520"/>
                  <a:pt x="14565630" y="7437120"/>
                </a:cubicBezTo>
                <a:cubicBezTo>
                  <a:pt x="14547850" y="7539990"/>
                  <a:pt x="14524990" y="7641590"/>
                  <a:pt x="14489430" y="7744460"/>
                </a:cubicBezTo>
                <a:cubicBezTo>
                  <a:pt x="14452600" y="7847330"/>
                  <a:pt x="14413230" y="7955280"/>
                  <a:pt x="14349730" y="8053070"/>
                </a:cubicBezTo>
                <a:cubicBezTo>
                  <a:pt x="14284960" y="8150860"/>
                  <a:pt x="14204950" y="8252460"/>
                  <a:pt x="14104620" y="8333740"/>
                </a:cubicBezTo>
                <a:cubicBezTo>
                  <a:pt x="14003020" y="8415020"/>
                  <a:pt x="13876020" y="8488680"/>
                  <a:pt x="13742670" y="8540750"/>
                </a:cubicBezTo>
                <a:cubicBezTo>
                  <a:pt x="13609320" y="8591550"/>
                  <a:pt x="13453110" y="8624570"/>
                  <a:pt x="13305790" y="8643620"/>
                </a:cubicBezTo>
                <a:cubicBezTo>
                  <a:pt x="13157200" y="8662670"/>
                  <a:pt x="13000990" y="8660130"/>
                  <a:pt x="12856210" y="8653780"/>
                </a:cubicBezTo>
                <a:cubicBezTo>
                  <a:pt x="12711430" y="8648700"/>
                  <a:pt x="12570460" y="8629650"/>
                  <a:pt x="12435840" y="8609330"/>
                </a:cubicBezTo>
                <a:cubicBezTo>
                  <a:pt x="12301220" y="8590280"/>
                  <a:pt x="12172950" y="8566150"/>
                  <a:pt x="12048490" y="8536940"/>
                </a:cubicBezTo>
                <a:cubicBezTo>
                  <a:pt x="11922760" y="8507730"/>
                  <a:pt x="11800840" y="8475980"/>
                  <a:pt x="11686540" y="8435340"/>
                </a:cubicBezTo>
                <a:cubicBezTo>
                  <a:pt x="11570970" y="8394700"/>
                  <a:pt x="11459210" y="8347710"/>
                  <a:pt x="11357610" y="8293100"/>
                </a:cubicBezTo>
                <a:cubicBezTo>
                  <a:pt x="11257280" y="8238490"/>
                  <a:pt x="11164570" y="8174990"/>
                  <a:pt x="11080750" y="8107680"/>
                </a:cubicBezTo>
                <a:cubicBezTo>
                  <a:pt x="10995660" y="8041640"/>
                  <a:pt x="10923270" y="7967980"/>
                  <a:pt x="10853420" y="7894320"/>
                </a:cubicBezTo>
                <a:cubicBezTo>
                  <a:pt x="10783570" y="7819390"/>
                  <a:pt x="10720070" y="7741920"/>
                  <a:pt x="10661650" y="7661910"/>
                </a:cubicBezTo>
                <a:cubicBezTo>
                  <a:pt x="10604500" y="7580630"/>
                  <a:pt x="10546080" y="7496810"/>
                  <a:pt x="10507980" y="7407910"/>
                </a:cubicBezTo>
                <a:cubicBezTo>
                  <a:pt x="10468610" y="7320280"/>
                  <a:pt x="10433050" y="7225030"/>
                  <a:pt x="10427970" y="7132320"/>
                </a:cubicBezTo>
                <a:cubicBezTo>
                  <a:pt x="10422890" y="7039610"/>
                  <a:pt x="10436860" y="6939280"/>
                  <a:pt x="10477500" y="6851650"/>
                </a:cubicBezTo>
                <a:cubicBezTo>
                  <a:pt x="10518140" y="6764020"/>
                  <a:pt x="10590530" y="6677660"/>
                  <a:pt x="10673080" y="6606540"/>
                </a:cubicBezTo>
                <a:cubicBezTo>
                  <a:pt x="10754360" y="6535420"/>
                  <a:pt x="10866120" y="6477000"/>
                  <a:pt x="10968990" y="6426200"/>
                </a:cubicBezTo>
                <a:cubicBezTo>
                  <a:pt x="11071860" y="6376670"/>
                  <a:pt x="11187430" y="6342380"/>
                  <a:pt x="11289030" y="6306820"/>
                </a:cubicBezTo>
                <a:cubicBezTo>
                  <a:pt x="11390630" y="6269990"/>
                  <a:pt x="11485880" y="6242050"/>
                  <a:pt x="11578590" y="6209030"/>
                </a:cubicBezTo>
                <a:cubicBezTo>
                  <a:pt x="11672570" y="6176010"/>
                  <a:pt x="11755120" y="6140450"/>
                  <a:pt x="11845290" y="6106160"/>
                </a:cubicBezTo>
                <a:cubicBezTo>
                  <a:pt x="11936730" y="6071870"/>
                  <a:pt x="12025630" y="6032500"/>
                  <a:pt x="12123420" y="6002020"/>
                </a:cubicBezTo>
                <a:cubicBezTo>
                  <a:pt x="12222480" y="5972810"/>
                  <a:pt x="12326620" y="5943600"/>
                  <a:pt x="12435840" y="5927090"/>
                </a:cubicBezTo>
                <a:cubicBezTo>
                  <a:pt x="12545060" y="5909310"/>
                  <a:pt x="12660630" y="5901690"/>
                  <a:pt x="12776200" y="5901690"/>
                </a:cubicBezTo>
                <a:cubicBezTo>
                  <a:pt x="12891770" y="5901690"/>
                  <a:pt x="13009880" y="5911850"/>
                  <a:pt x="13127990" y="5928360"/>
                </a:cubicBezTo>
                <a:cubicBezTo>
                  <a:pt x="13247370" y="5943600"/>
                  <a:pt x="13368020" y="5966460"/>
                  <a:pt x="13488670" y="5996940"/>
                </a:cubicBezTo>
                <a:cubicBezTo>
                  <a:pt x="13609320" y="6028690"/>
                  <a:pt x="13735050" y="6064250"/>
                  <a:pt x="13850620" y="6113780"/>
                </a:cubicBezTo>
                <a:cubicBezTo>
                  <a:pt x="13967460" y="6162040"/>
                  <a:pt x="14086840" y="6220460"/>
                  <a:pt x="14184630" y="6291580"/>
                </a:cubicBezTo>
                <a:cubicBezTo>
                  <a:pt x="14282420" y="6361430"/>
                  <a:pt x="14372590" y="6446520"/>
                  <a:pt x="14437360" y="6535420"/>
                </a:cubicBezTo>
                <a:cubicBezTo>
                  <a:pt x="14502130" y="6624320"/>
                  <a:pt x="14545310" y="6727190"/>
                  <a:pt x="14573250" y="6826250"/>
                </a:cubicBezTo>
                <a:cubicBezTo>
                  <a:pt x="14599920" y="6925310"/>
                  <a:pt x="14603730" y="7030720"/>
                  <a:pt x="14602460" y="7132320"/>
                </a:cubicBezTo>
                <a:close/>
                <a:moveTo>
                  <a:pt x="14893290" y="7132320"/>
                </a:moveTo>
                <a:cubicBezTo>
                  <a:pt x="14895830" y="7247890"/>
                  <a:pt x="14888210" y="7363460"/>
                  <a:pt x="14871700" y="7481570"/>
                </a:cubicBezTo>
                <a:cubicBezTo>
                  <a:pt x="14856460" y="7598410"/>
                  <a:pt x="14839950" y="7719060"/>
                  <a:pt x="14800580" y="7837170"/>
                </a:cubicBezTo>
                <a:cubicBezTo>
                  <a:pt x="14761210" y="7955280"/>
                  <a:pt x="14714220" y="8081010"/>
                  <a:pt x="14636750" y="8191500"/>
                </a:cubicBezTo>
                <a:cubicBezTo>
                  <a:pt x="14559280" y="8301990"/>
                  <a:pt x="14457680" y="8412480"/>
                  <a:pt x="14335760" y="8500110"/>
                </a:cubicBezTo>
                <a:cubicBezTo>
                  <a:pt x="14213840" y="8587740"/>
                  <a:pt x="14058900" y="8662670"/>
                  <a:pt x="13903960" y="8714740"/>
                </a:cubicBezTo>
                <a:cubicBezTo>
                  <a:pt x="13749020" y="8766810"/>
                  <a:pt x="13569950" y="8796020"/>
                  <a:pt x="13403580" y="8813800"/>
                </a:cubicBezTo>
                <a:cubicBezTo>
                  <a:pt x="13235940" y="8832850"/>
                  <a:pt x="13064490" y="8829040"/>
                  <a:pt x="12903200" y="8823960"/>
                </a:cubicBezTo>
                <a:cubicBezTo>
                  <a:pt x="12741910" y="8818880"/>
                  <a:pt x="12586970" y="8802370"/>
                  <a:pt x="12435840" y="8784590"/>
                </a:cubicBezTo>
                <a:cubicBezTo>
                  <a:pt x="12284710" y="8766810"/>
                  <a:pt x="12139930" y="8745220"/>
                  <a:pt x="11998960" y="8716010"/>
                </a:cubicBezTo>
                <a:cubicBezTo>
                  <a:pt x="11856720" y="8685530"/>
                  <a:pt x="11718290" y="8651240"/>
                  <a:pt x="11587480" y="8606790"/>
                </a:cubicBezTo>
                <a:cubicBezTo>
                  <a:pt x="11457940" y="8561070"/>
                  <a:pt x="11332210" y="8506460"/>
                  <a:pt x="11217910" y="8445500"/>
                </a:cubicBezTo>
                <a:cubicBezTo>
                  <a:pt x="11103610" y="8383270"/>
                  <a:pt x="10999470" y="8310880"/>
                  <a:pt x="10902950" y="8235950"/>
                </a:cubicBezTo>
                <a:cubicBezTo>
                  <a:pt x="10805160" y="8162290"/>
                  <a:pt x="10718800" y="8081010"/>
                  <a:pt x="10636250" y="7998460"/>
                </a:cubicBezTo>
                <a:cubicBezTo>
                  <a:pt x="10552430" y="7915910"/>
                  <a:pt x="10472420" y="7829550"/>
                  <a:pt x="10403840" y="7738110"/>
                </a:cubicBezTo>
                <a:cubicBezTo>
                  <a:pt x="10335260" y="7646670"/>
                  <a:pt x="10265410" y="7550150"/>
                  <a:pt x="10223500" y="7449820"/>
                </a:cubicBezTo>
                <a:cubicBezTo>
                  <a:pt x="10180320" y="7348220"/>
                  <a:pt x="10147300" y="7237730"/>
                  <a:pt x="10149840" y="7132320"/>
                </a:cubicBezTo>
                <a:cubicBezTo>
                  <a:pt x="10153650" y="7026910"/>
                  <a:pt x="10184130" y="6915150"/>
                  <a:pt x="10241280" y="6817360"/>
                </a:cubicBezTo>
                <a:cubicBezTo>
                  <a:pt x="10297160" y="6720840"/>
                  <a:pt x="10392410" y="6629400"/>
                  <a:pt x="10491470" y="6551930"/>
                </a:cubicBezTo>
                <a:cubicBezTo>
                  <a:pt x="10589260" y="6475730"/>
                  <a:pt x="10716260" y="6414770"/>
                  <a:pt x="10828020" y="6358890"/>
                </a:cubicBezTo>
                <a:cubicBezTo>
                  <a:pt x="10941050" y="6303010"/>
                  <a:pt x="11060430" y="6263640"/>
                  <a:pt x="11167110" y="6219190"/>
                </a:cubicBezTo>
                <a:cubicBezTo>
                  <a:pt x="11273790" y="6173470"/>
                  <a:pt x="11370310" y="6134100"/>
                  <a:pt x="11468100" y="6089650"/>
                </a:cubicBezTo>
                <a:cubicBezTo>
                  <a:pt x="11567160" y="6045200"/>
                  <a:pt x="11656060" y="5996940"/>
                  <a:pt x="11757660" y="5952490"/>
                </a:cubicBezTo>
                <a:cubicBezTo>
                  <a:pt x="11857990" y="5908040"/>
                  <a:pt x="11960860" y="5859780"/>
                  <a:pt x="12075160" y="5824220"/>
                </a:cubicBezTo>
                <a:cubicBezTo>
                  <a:pt x="12188190" y="5788660"/>
                  <a:pt x="12310110" y="5758180"/>
                  <a:pt x="12435840" y="5739130"/>
                </a:cubicBezTo>
                <a:cubicBezTo>
                  <a:pt x="12561570" y="5721350"/>
                  <a:pt x="12694920" y="5713730"/>
                  <a:pt x="12828270" y="5713730"/>
                </a:cubicBezTo>
                <a:cubicBezTo>
                  <a:pt x="12961620" y="5713730"/>
                  <a:pt x="13097510" y="5723890"/>
                  <a:pt x="13235940" y="5740400"/>
                </a:cubicBezTo>
                <a:cubicBezTo>
                  <a:pt x="13374370" y="5758180"/>
                  <a:pt x="13517880" y="5779770"/>
                  <a:pt x="13658850" y="5815330"/>
                </a:cubicBezTo>
                <a:cubicBezTo>
                  <a:pt x="13798550" y="5849620"/>
                  <a:pt x="13945870" y="5891530"/>
                  <a:pt x="14079220" y="5949950"/>
                </a:cubicBezTo>
                <a:cubicBezTo>
                  <a:pt x="14211300" y="6007100"/>
                  <a:pt x="14344650" y="6078220"/>
                  <a:pt x="14452600" y="6162040"/>
                </a:cubicBezTo>
                <a:cubicBezTo>
                  <a:pt x="14559280" y="6245860"/>
                  <a:pt x="14651990" y="6347460"/>
                  <a:pt x="14720570" y="6451600"/>
                </a:cubicBezTo>
                <a:cubicBezTo>
                  <a:pt x="14787880" y="6554470"/>
                  <a:pt x="14828520" y="6671310"/>
                  <a:pt x="14857730" y="6785610"/>
                </a:cubicBezTo>
                <a:cubicBezTo>
                  <a:pt x="14886940" y="6898640"/>
                  <a:pt x="14892020" y="7016750"/>
                  <a:pt x="14893290" y="7132320"/>
                </a:cubicBezTo>
                <a:close/>
                <a:moveTo>
                  <a:pt x="15193010" y="7132320"/>
                </a:moveTo>
                <a:cubicBezTo>
                  <a:pt x="15200630" y="7263130"/>
                  <a:pt x="15203170" y="7393940"/>
                  <a:pt x="15191740" y="7527290"/>
                </a:cubicBezTo>
                <a:cubicBezTo>
                  <a:pt x="15180310" y="7660640"/>
                  <a:pt x="15166340" y="7800340"/>
                  <a:pt x="15121890" y="7933690"/>
                </a:cubicBezTo>
                <a:cubicBezTo>
                  <a:pt x="15077440" y="8067040"/>
                  <a:pt x="15017750" y="8208010"/>
                  <a:pt x="14923770" y="8328660"/>
                </a:cubicBezTo>
                <a:cubicBezTo>
                  <a:pt x="14828520" y="8450580"/>
                  <a:pt x="14701520" y="8568690"/>
                  <a:pt x="14556740" y="8660130"/>
                </a:cubicBezTo>
                <a:cubicBezTo>
                  <a:pt x="14411960" y="8750300"/>
                  <a:pt x="14231620" y="8823960"/>
                  <a:pt x="14053820" y="8876030"/>
                </a:cubicBezTo>
                <a:cubicBezTo>
                  <a:pt x="13877290" y="8928100"/>
                  <a:pt x="13679170" y="8954770"/>
                  <a:pt x="13495020" y="8973820"/>
                </a:cubicBezTo>
                <a:cubicBezTo>
                  <a:pt x="13310870" y="8992870"/>
                  <a:pt x="13125450" y="8991600"/>
                  <a:pt x="12948920" y="8989060"/>
                </a:cubicBezTo>
                <a:cubicBezTo>
                  <a:pt x="12772390" y="8986520"/>
                  <a:pt x="12602210" y="8976360"/>
                  <a:pt x="12435840" y="8961120"/>
                </a:cubicBezTo>
                <a:cubicBezTo>
                  <a:pt x="12269470" y="8944610"/>
                  <a:pt x="12106910" y="8925560"/>
                  <a:pt x="11948160" y="8895080"/>
                </a:cubicBezTo>
                <a:cubicBezTo>
                  <a:pt x="11790680" y="8864600"/>
                  <a:pt x="11635740" y="8826500"/>
                  <a:pt x="11489690" y="8775700"/>
                </a:cubicBezTo>
                <a:cubicBezTo>
                  <a:pt x="11344910" y="8726170"/>
                  <a:pt x="11206480" y="8662670"/>
                  <a:pt x="11078210" y="8595360"/>
                </a:cubicBezTo>
                <a:cubicBezTo>
                  <a:pt x="10951210" y="8526780"/>
                  <a:pt x="10834370" y="8446770"/>
                  <a:pt x="10723880" y="8365490"/>
                </a:cubicBezTo>
                <a:cubicBezTo>
                  <a:pt x="10612120" y="8284210"/>
                  <a:pt x="10509250" y="8197850"/>
                  <a:pt x="10411460" y="8106410"/>
                </a:cubicBezTo>
                <a:cubicBezTo>
                  <a:pt x="10313670" y="8014970"/>
                  <a:pt x="10215880" y="7920990"/>
                  <a:pt x="10137140" y="7818120"/>
                </a:cubicBezTo>
                <a:cubicBezTo>
                  <a:pt x="10058400" y="7715250"/>
                  <a:pt x="9979660" y="7604760"/>
                  <a:pt x="9937750" y="7490460"/>
                </a:cubicBezTo>
                <a:cubicBezTo>
                  <a:pt x="9895840" y="7376160"/>
                  <a:pt x="9871710" y="7249160"/>
                  <a:pt x="9886950" y="7132320"/>
                </a:cubicBezTo>
                <a:cubicBezTo>
                  <a:pt x="9900920" y="7015480"/>
                  <a:pt x="9954260" y="6892290"/>
                  <a:pt x="10027920" y="6786880"/>
                </a:cubicBezTo>
                <a:cubicBezTo>
                  <a:pt x="10101580" y="6682740"/>
                  <a:pt x="10218420" y="6586220"/>
                  <a:pt x="10330180" y="6504940"/>
                </a:cubicBezTo>
                <a:cubicBezTo>
                  <a:pt x="10441940" y="6422390"/>
                  <a:pt x="10577830" y="6357620"/>
                  <a:pt x="10695940" y="6295390"/>
                </a:cubicBezTo>
                <a:cubicBezTo>
                  <a:pt x="10815320" y="6233160"/>
                  <a:pt x="10932160" y="6183630"/>
                  <a:pt x="11041380" y="6129020"/>
                </a:cubicBezTo>
                <a:cubicBezTo>
                  <a:pt x="11150600" y="6073140"/>
                  <a:pt x="11247120" y="6018530"/>
                  <a:pt x="11349990" y="5962650"/>
                </a:cubicBezTo>
                <a:cubicBezTo>
                  <a:pt x="11454130" y="5905500"/>
                  <a:pt x="11551920" y="5843270"/>
                  <a:pt x="11663680" y="5789930"/>
                </a:cubicBezTo>
                <a:cubicBezTo>
                  <a:pt x="11775440" y="5736590"/>
                  <a:pt x="11894820" y="5680710"/>
                  <a:pt x="12024360" y="5641340"/>
                </a:cubicBezTo>
                <a:cubicBezTo>
                  <a:pt x="12152630" y="5600700"/>
                  <a:pt x="12292330" y="5567680"/>
                  <a:pt x="12435840" y="5547360"/>
                </a:cubicBezTo>
                <a:cubicBezTo>
                  <a:pt x="12579350" y="5527040"/>
                  <a:pt x="12729210" y="5519420"/>
                  <a:pt x="12881610" y="5519420"/>
                </a:cubicBezTo>
                <a:cubicBezTo>
                  <a:pt x="13034010" y="5518150"/>
                  <a:pt x="13190220" y="5525770"/>
                  <a:pt x="13350240" y="5543550"/>
                </a:cubicBezTo>
                <a:cubicBezTo>
                  <a:pt x="13508990" y="5561330"/>
                  <a:pt x="13675360" y="5584190"/>
                  <a:pt x="13835380" y="5623560"/>
                </a:cubicBezTo>
                <a:cubicBezTo>
                  <a:pt x="13995400" y="5664200"/>
                  <a:pt x="14164310" y="5713730"/>
                  <a:pt x="14311630" y="5781040"/>
                </a:cubicBezTo>
                <a:cubicBezTo>
                  <a:pt x="14458950" y="5849620"/>
                  <a:pt x="14603730" y="5935980"/>
                  <a:pt x="14718030" y="6035040"/>
                </a:cubicBezTo>
                <a:cubicBezTo>
                  <a:pt x="14832330" y="6132830"/>
                  <a:pt x="14926310" y="6249670"/>
                  <a:pt x="14996160" y="6369050"/>
                </a:cubicBezTo>
                <a:cubicBezTo>
                  <a:pt x="15067280" y="6487160"/>
                  <a:pt x="15107920" y="6617970"/>
                  <a:pt x="15140940" y="6744970"/>
                </a:cubicBezTo>
                <a:cubicBezTo>
                  <a:pt x="15172690" y="6871970"/>
                  <a:pt x="15184120" y="7001510"/>
                  <a:pt x="15193010" y="7132320"/>
                </a:cubicBezTo>
                <a:close/>
                <a:moveTo>
                  <a:pt x="15502890" y="7132320"/>
                </a:moveTo>
                <a:cubicBezTo>
                  <a:pt x="15520670" y="7277100"/>
                  <a:pt x="15534640" y="7425690"/>
                  <a:pt x="15525750" y="7575550"/>
                </a:cubicBezTo>
                <a:cubicBezTo>
                  <a:pt x="15518130" y="7724140"/>
                  <a:pt x="15504160" y="7882890"/>
                  <a:pt x="15449550" y="8031480"/>
                </a:cubicBezTo>
                <a:cubicBezTo>
                  <a:pt x="15396210" y="8178800"/>
                  <a:pt x="15317470" y="8333740"/>
                  <a:pt x="15203170" y="8463280"/>
                </a:cubicBezTo>
                <a:cubicBezTo>
                  <a:pt x="15088870" y="8592820"/>
                  <a:pt x="14932660" y="8714740"/>
                  <a:pt x="14763750" y="8808720"/>
                </a:cubicBezTo>
                <a:cubicBezTo>
                  <a:pt x="14596110" y="8902700"/>
                  <a:pt x="14390370" y="8972550"/>
                  <a:pt x="14193520" y="9025890"/>
                </a:cubicBezTo>
                <a:cubicBezTo>
                  <a:pt x="13996670" y="9079230"/>
                  <a:pt x="13782040" y="9104630"/>
                  <a:pt x="13582650" y="9126220"/>
                </a:cubicBezTo>
                <a:cubicBezTo>
                  <a:pt x="13383260" y="9147810"/>
                  <a:pt x="13185140" y="9151620"/>
                  <a:pt x="12994640" y="9154160"/>
                </a:cubicBezTo>
                <a:cubicBezTo>
                  <a:pt x="12802870" y="9155430"/>
                  <a:pt x="12618720" y="9151620"/>
                  <a:pt x="12435840" y="9138920"/>
                </a:cubicBezTo>
                <a:cubicBezTo>
                  <a:pt x="12252960" y="9126220"/>
                  <a:pt x="12072620" y="9108440"/>
                  <a:pt x="11898630" y="9075420"/>
                </a:cubicBezTo>
                <a:cubicBezTo>
                  <a:pt x="11725910" y="9042400"/>
                  <a:pt x="11553190" y="8999220"/>
                  <a:pt x="11393170" y="8943340"/>
                </a:cubicBezTo>
                <a:cubicBezTo>
                  <a:pt x="11234420" y="8888730"/>
                  <a:pt x="11083290" y="8817610"/>
                  <a:pt x="10941050" y="8743950"/>
                </a:cubicBezTo>
                <a:cubicBezTo>
                  <a:pt x="10798810" y="8669020"/>
                  <a:pt x="10668000" y="8583930"/>
                  <a:pt x="10541000" y="8496300"/>
                </a:cubicBezTo>
                <a:cubicBezTo>
                  <a:pt x="10414000" y="8408670"/>
                  <a:pt x="10292080" y="8317230"/>
                  <a:pt x="10179050" y="8218170"/>
                </a:cubicBezTo>
                <a:cubicBezTo>
                  <a:pt x="10066020" y="8117840"/>
                  <a:pt x="9951720" y="8013700"/>
                  <a:pt x="9864090" y="7899400"/>
                </a:cubicBezTo>
                <a:cubicBezTo>
                  <a:pt x="9777730" y="7785100"/>
                  <a:pt x="9696450" y="7658100"/>
                  <a:pt x="9659620" y="7529830"/>
                </a:cubicBezTo>
                <a:cubicBezTo>
                  <a:pt x="9622790" y="7401560"/>
                  <a:pt x="9612630" y="7260590"/>
                  <a:pt x="9643110" y="7132320"/>
                </a:cubicBezTo>
                <a:cubicBezTo>
                  <a:pt x="9673590" y="7004050"/>
                  <a:pt x="9751060" y="6871970"/>
                  <a:pt x="9841230" y="6760210"/>
                </a:cubicBezTo>
                <a:cubicBezTo>
                  <a:pt x="9932670" y="6648450"/>
                  <a:pt x="10066020" y="6549390"/>
                  <a:pt x="10186670" y="6461760"/>
                </a:cubicBezTo>
                <a:cubicBezTo>
                  <a:pt x="10307320" y="6374130"/>
                  <a:pt x="10445750" y="6304280"/>
                  <a:pt x="10566400" y="6233160"/>
                </a:cubicBezTo>
                <a:cubicBezTo>
                  <a:pt x="10685780" y="6160770"/>
                  <a:pt x="10798810" y="6099810"/>
                  <a:pt x="10908030" y="6032500"/>
                </a:cubicBezTo>
                <a:cubicBezTo>
                  <a:pt x="11017250" y="5963920"/>
                  <a:pt x="11112500" y="5894070"/>
                  <a:pt x="11222990" y="5825490"/>
                </a:cubicBezTo>
                <a:cubicBezTo>
                  <a:pt x="11332210" y="5755640"/>
                  <a:pt x="11440160" y="5680710"/>
                  <a:pt x="11564620" y="5618480"/>
                </a:cubicBezTo>
                <a:cubicBezTo>
                  <a:pt x="11690350" y="5556250"/>
                  <a:pt x="11826240" y="5496560"/>
                  <a:pt x="11972290" y="5452110"/>
                </a:cubicBezTo>
                <a:cubicBezTo>
                  <a:pt x="12117070" y="5407660"/>
                  <a:pt x="12274550" y="5374640"/>
                  <a:pt x="12435840" y="5351780"/>
                </a:cubicBezTo>
                <a:cubicBezTo>
                  <a:pt x="12597130" y="5328920"/>
                  <a:pt x="12764770" y="5318760"/>
                  <a:pt x="12937490" y="5316220"/>
                </a:cubicBezTo>
                <a:cubicBezTo>
                  <a:pt x="13110210" y="5313680"/>
                  <a:pt x="13288010" y="5318760"/>
                  <a:pt x="13468350" y="5336540"/>
                </a:cubicBezTo>
                <a:cubicBezTo>
                  <a:pt x="13648690" y="5354320"/>
                  <a:pt x="13840460" y="5379720"/>
                  <a:pt x="14019530" y="5425440"/>
                </a:cubicBezTo>
                <a:cubicBezTo>
                  <a:pt x="14199870" y="5471160"/>
                  <a:pt x="14387830" y="5532120"/>
                  <a:pt x="14546580" y="5612130"/>
                </a:cubicBezTo>
                <a:cubicBezTo>
                  <a:pt x="14706600" y="5693410"/>
                  <a:pt x="14859000" y="5796280"/>
                  <a:pt x="14978380" y="5909310"/>
                </a:cubicBezTo>
                <a:cubicBezTo>
                  <a:pt x="15099030" y="6021070"/>
                  <a:pt x="15191740" y="6155690"/>
                  <a:pt x="15266670" y="6287770"/>
                </a:cubicBezTo>
                <a:cubicBezTo>
                  <a:pt x="15340330" y="6421120"/>
                  <a:pt x="15384780" y="6563360"/>
                  <a:pt x="15424150" y="6704330"/>
                </a:cubicBezTo>
                <a:cubicBezTo>
                  <a:pt x="15463520" y="6845300"/>
                  <a:pt x="15486380" y="6987540"/>
                  <a:pt x="15502890" y="7132320"/>
                </a:cubicBezTo>
                <a:close/>
                <a:moveTo>
                  <a:pt x="15829280" y="7132320"/>
                </a:moveTo>
                <a:cubicBezTo>
                  <a:pt x="15855950" y="7292340"/>
                  <a:pt x="15882620" y="7458710"/>
                  <a:pt x="15873730" y="7625080"/>
                </a:cubicBezTo>
                <a:cubicBezTo>
                  <a:pt x="15864840" y="7790180"/>
                  <a:pt x="15844520" y="7967980"/>
                  <a:pt x="15777210" y="8129270"/>
                </a:cubicBezTo>
                <a:cubicBezTo>
                  <a:pt x="15709900" y="8290560"/>
                  <a:pt x="15605760" y="8455660"/>
                  <a:pt x="15468600" y="8591550"/>
                </a:cubicBezTo>
                <a:cubicBezTo>
                  <a:pt x="15331440" y="8727440"/>
                  <a:pt x="15146020" y="8850630"/>
                  <a:pt x="14954250" y="8945880"/>
                </a:cubicBezTo>
                <a:cubicBezTo>
                  <a:pt x="14763750" y="9041130"/>
                  <a:pt x="14536420" y="9109710"/>
                  <a:pt x="14321790" y="9164320"/>
                </a:cubicBezTo>
                <a:cubicBezTo>
                  <a:pt x="14107160" y="9218930"/>
                  <a:pt x="13881100" y="9248140"/>
                  <a:pt x="13667740" y="9273540"/>
                </a:cubicBezTo>
                <a:cubicBezTo>
                  <a:pt x="13454380" y="9298940"/>
                  <a:pt x="13244830" y="9311640"/>
                  <a:pt x="13040360" y="9319260"/>
                </a:cubicBezTo>
                <a:cubicBezTo>
                  <a:pt x="12834620" y="9326880"/>
                  <a:pt x="12633960" y="9329420"/>
                  <a:pt x="12435840" y="9319260"/>
                </a:cubicBezTo>
                <a:cubicBezTo>
                  <a:pt x="12237720" y="9307830"/>
                  <a:pt x="12039600" y="9288780"/>
                  <a:pt x="11849100" y="9254490"/>
                </a:cubicBezTo>
                <a:cubicBezTo>
                  <a:pt x="11659870" y="9218930"/>
                  <a:pt x="11473180" y="9169400"/>
                  <a:pt x="11299190" y="9108440"/>
                </a:cubicBezTo>
                <a:cubicBezTo>
                  <a:pt x="11123930" y="9048750"/>
                  <a:pt x="10960100" y="8972550"/>
                  <a:pt x="10801350" y="8893810"/>
                </a:cubicBezTo>
                <a:cubicBezTo>
                  <a:pt x="10643870" y="8813800"/>
                  <a:pt x="10495280" y="8726170"/>
                  <a:pt x="10351770" y="8633460"/>
                </a:cubicBezTo>
                <a:cubicBezTo>
                  <a:pt x="10208260" y="8539480"/>
                  <a:pt x="10064750" y="8442960"/>
                  <a:pt x="9937750" y="8333740"/>
                </a:cubicBezTo>
                <a:cubicBezTo>
                  <a:pt x="9810750" y="8225790"/>
                  <a:pt x="9679940" y="8108950"/>
                  <a:pt x="9589770" y="7980680"/>
                </a:cubicBezTo>
                <a:cubicBezTo>
                  <a:pt x="9499600" y="7853680"/>
                  <a:pt x="9420860" y="7708900"/>
                  <a:pt x="9394190" y="7567930"/>
                </a:cubicBezTo>
                <a:cubicBezTo>
                  <a:pt x="9366250" y="7426960"/>
                  <a:pt x="9378950" y="7270750"/>
                  <a:pt x="9425940" y="7132320"/>
                </a:cubicBezTo>
                <a:cubicBezTo>
                  <a:pt x="9474200" y="6993890"/>
                  <a:pt x="9575800" y="6855460"/>
                  <a:pt x="9679940" y="6737350"/>
                </a:cubicBezTo>
                <a:cubicBezTo>
                  <a:pt x="9785350" y="6619240"/>
                  <a:pt x="9928860" y="6517640"/>
                  <a:pt x="10054590" y="6422390"/>
                </a:cubicBezTo>
                <a:cubicBezTo>
                  <a:pt x="10180320" y="6327140"/>
                  <a:pt x="10313670" y="6250940"/>
                  <a:pt x="10431780" y="6168390"/>
                </a:cubicBezTo>
                <a:cubicBezTo>
                  <a:pt x="10548620" y="6085840"/>
                  <a:pt x="10654030" y="6009640"/>
                  <a:pt x="10761980" y="5927090"/>
                </a:cubicBezTo>
                <a:cubicBezTo>
                  <a:pt x="10871200" y="5845810"/>
                  <a:pt x="10968990" y="5758180"/>
                  <a:pt x="11085830" y="5678170"/>
                </a:cubicBezTo>
                <a:cubicBezTo>
                  <a:pt x="11202670" y="5596890"/>
                  <a:pt x="11324590" y="5510530"/>
                  <a:pt x="11463020" y="5441950"/>
                </a:cubicBezTo>
                <a:cubicBezTo>
                  <a:pt x="11601450" y="5372100"/>
                  <a:pt x="11756390" y="5308600"/>
                  <a:pt x="11918950" y="5260340"/>
                </a:cubicBezTo>
                <a:cubicBezTo>
                  <a:pt x="12080240" y="5210810"/>
                  <a:pt x="12256770" y="5176520"/>
                  <a:pt x="12435840" y="5149850"/>
                </a:cubicBezTo>
                <a:cubicBezTo>
                  <a:pt x="12614910" y="5124450"/>
                  <a:pt x="12802870" y="5109210"/>
                  <a:pt x="12995910" y="5104130"/>
                </a:cubicBezTo>
                <a:cubicBezTo>
                  <a:pt x="13188950" y="5099050"/>
                  <a:pt x="13392150" y="5099050"/>
                  <a:pt x="13594080" y="5119370"/>
                </a:cubicBezTo>
                <a:cubicBezTo>
                  <a:pt x="13796010" y="5138420"/>
                  <a:pt x="14011910" y="5167630"/>
                  <a:pt x="14208760" y="5220970"/>
                </a:cubicBezTo>
                <a:cubicBezTo>
                  <a:pt x="14406880" y="5275580"/>
                  <a:pt x="14610080" y="5349240"/>
                  <a:pt x="14780260" y="5444490"/>
                </a:cubicBezTo>
                <a:cubicBezTo>
                  <a:pt x="14951710" y="5538470"/>
                  <a:pt x="15106650" y="5659120"/>
                  <a:pt x="15232380" y="5787390"/>
                </a:cubicBezTo>
                <a:cubicBezTo>
                  <a:pt x="15356840" y="5914390"/>
                  <a:pt x="15450820" y="6062980"/>
                  <a:pt x="15530830" y="6209030"/>
                </a:cubicBezTo>
                <a:cubicBezTo>
                  <a:pt x="15612110" y="6355080"/>
                  <a:pt x="15664180" y="6508750"/>
                  <a:pt x="15713710" y="6662420"/>
                </a:cubicBezTo>
                <a:cubicBezTo>
                  <a:pt x="15763240" y="6817360"/>
                  <a:pt x="15802610" y="6972300"/>
                  <a:pt x="15829280" y="7132320"/>
                </a:cubicBezTo>
                <a:close/>
                <a:moveTo>
                  <a:pt x="16172180" y="7132320"/>
                </a:moveTo>
                <a:cubicBezTo>
                  <a:pt x="16207740" y="7308850"/>
                  <a:pt x="16242030" y="7494270"/>
                  <a:pt x="16230600" y="7675880"/>
                </a:cubicBezTo>
                <a:cubicBezTo>
                  <a:pt x="16217900" y="7857490"/>
                  <a:pt x="16182340" y="8051800"/>
                  <a:pt x="16097250" y="8224520"/>
                </a:cubicBezTo>
                <a:cubicBezTo>
                  <a:pt x="16012160" y="8397240"/>
                  <a:pt x="15877540" y="8569960"/>
                  <a:pt x="15716250" y="8710930"/>
                </a:cubicBezTo>
                <a:cubicBezTo>
                  <a:pt x="15554960" y="8851900"/>
                  <a:pt x="15340330" y="8973820"/>
                  <a:pt x="15128240" y="9070340"/>
                </a:cubicBezTo>
                <a:cubicBezTo>
                  <a:pt x="14916150" y="9168130"/>
                  <a:pt x="14671040" y="9236710"/>
                  <a:pt x="14442440" y="9293860"/>
                </a:cubicBezTo>
                <a:cubicBezTo>
                  <a:pt x="14212570" y="9352280"/>
                  <a:pt x="13977620" y="9387840"/>
                  <a:pt x="13751560" y="9419590"/>
                </a:cubicBezTo>
                <a:cubicBezTo>
                  <a:pt x="13525500" y="9452610"/>
                  <a:pt x="13305790" y="9475470"/>
                  <a:pt x="13087350" y="9488170"/>
                </a:cubicBezTo>
                <a:cubicBezTo>
                  <a:pt x="12867640" y="9502140"/>
                  <a:pt x="12650470" y="9509760"/>
                  <a:pt x="12435840" y="9499600"/>
                </a:cubicBezTo>
                <a:cubicBezTo>
                  <a:pt x="12221210" y="9490710"/>
                  <a:pt x="12006580" y="9469120"/>
                  <a:pt x="11800840" y="9431020"/>
                </a:cubicBezTo>
                <a:cubicBezTo>
                  <a:pt x="11595100" y="9392920"/>
                  <a:pt x="11394440" y="9337040"/>
                  <a:pt x="11205210" y="9272270"/>
                </a:cubicBezTo>
                <a:cubicBezTo>
                  <a:pt x="11014710" y="9208770"/>
                  <a:pt x="10835640" y="9128760"/>
                  <a:pt x="10660380" y="9046210"/>
                </a:cubicBezTo>
                <a:cubicBezTo>
                  <a:pt x="10485120" y="8962390"/>
                  <a:pt x="10316210" y="8873490"/>
                  <a:pt x="10154920" y="8774430"/>
                </a:cubicBezTo>
                <a:cubicBezTo>
                  <a:pt x="9992360" y="8676640"/>
                  <a:pt x="9827260" y="8572500"/>
                  <a:pt x="9688830" y="8454390"/>
                </a:cubicBezTo>
                <a:cubicBezTo>
                  <a:pt x="9549130" y="8335010"/>
                  <a:pt x="9409430" y="8202930"/>
                  <a:pt x="9319260" y="8061960"/>
                </a:cubicBezTo>
                <a:cubicBezTo>
                  <a:pt x="9230360" y="7919720"/>
                  <a:pt x="9163050" y="7757160"/>
                  <a:pt x="9150350" y="7603490"/>
                </a:cubicBezTo>
                <a:cubicBezTo>
                  <a:pt x="9136380" y="7448550"/>
                  <a:pt x="9174480" y="7279640"/>
                  <a:pt x="9239250" y="7132320"/>
                </a:cubicBezTo>
                <a:cubicBezTo>
                  <a:pt x="9304020" y="6985000"/>
                  <a:pt x="9425940" y="6842760"/>
                  <a:pt x="9540240" y="6718300"/>
                </a:cubicBezTo>
                <a:cubicBezTo>
                  <a:pt x="9654540" y="6592570"/>
                  <a:pt x="9801860" y="6487160"/>
                  <a:pt x="9926320" y="6384290"/>
                </a:cubicBezTo>
                <a:cubicBezTo>
                  <a:pt x="10049510" y="6280150"/>
                  <a:pt x="10172700" y="6192520"/>
                  <a:pt x="10285730" y="6097270"/>
                </a:cubicBezTo>
                <a:cubicBezTo>
                  <a:pt x="10398760" y="6002020"/>
                  <a:pt x="10494010" y="5909310"/>
                  <a:pt x="10603230" y="5812790"/>
                </a:cubicBezTo>
                <a:cubicBezTo>
                  <a:pt x="10712450" y="5716270"/>
                  <a:pt x="10815320" y="5613400"/>
                  <a:pt x="10941050" y="5520690"/>
                </a:cubicBezTo>
                <a:cubicBezTo>
                  <a:pt x="11066780" y="5429250"/>
                  <a:pt x="11203940" y="5335270"/>
                  <a:pt x="11357610" y="5259070"/>
                </a:cubicBezTo>
                <a:cubicBezTo>
                  <a:pt x="11512550" y="5182870"/>
                  <a:pt x="11685270" y="5116830"/>
                  <a:pt x="11864340" y="5063490"/>
                </a:cubicBezTo>
                <a:cubicBezTo>
                  <a:pt x="12043410" y="5010150"/>
                  <a:pt x="12236450" y="4970780"/>
                  <a:pt x="12435840" y="4940300"/>
                </a:cubicBezTo>
                <a:cubicBezTo>
                  <a:pt x="12635230" y="4909820"/>
                  <a:pt x="12843510" y="4888230"/>
                  <a:pt x="13058140" y="4880610"/>
                </a:cubicBezTo>
                <a:cubicBezTo>
                  <a:pt x="13272770" y="4871720"/>
                  <a:pt x="13501370" y="4869180"/>
                  <a:pt x="13724890" y="4892040"/>
                </a:cubicBezTo>
                <a:cubicBezTo>
                  <a:pt x="13948410" y="4914900"/>
                  <a:pt x="14187170" y="4950460"/>
                  <a:pt x="14400530" y="5015230"/>
                </a:cubicBezTo>
                <a:cubicBezTo>
                  <a:pt x="14615160" y="5080000"/>
                  <a:pt x="14829790" y="5170170"/>
                  <a:pt x="15008860" y="5279390"/>
                </a:cubicBezTo>
                <a:cubicBezTo>
                  <a:pt x="15189200" y="5388610"/>
                  <a:pt x="15346680" y="5527040"/>
                  <a:pt x="15477490" y="5669280"/>
                </a:cubicBezTo>
                <a:cubicBezTo>
                  <a:pt x="15608300" y="5811520"/>
                  <a:pt x="15706090" y="5971540"/>
                  <a:pt x="15794990" y="6130290"/>
                </a:cubicBezTo>
                <a:cubicBezTo>
                  <a:pt x="15885160" y="6289040"/>
                  <a:pt x="15951200" y="6452870"/>
                  <a:pt x="16014700" y="6619240"/>
                </a:cubicBezTo>
                <a:cubicBezTo>
                  <a:pt x="16076930" y="6786880"/>
                  <a:pt x="16135350" y="6955790"/>
                  <a:pt x="16172180" y="7132320"/>
                </a:cubicBezTo>
                <a:close/>
              </a:path>
            </a:pathLst>
          </a:custGeom>
          <a:noFill/>
          <a:ln w="9525">
            <a:solidFill>
              <a:schemeClr val="tx1">
                <a:alpha val="5000"/>
              </a:schemeClr>
            </a:solidFill>
            <a:prstDash val="solid"/>
            <a:round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Decoration"/>
          <p:cNvSpPr/>
          <p:nvPr/>
        </p:nvSpPr>
        <p:spPr>
          <a:xfrm>
            <a:off x="942340" y="1563624"/>
            <a:ext cx="558800" cy="381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53440" y="514350"/>
            <a:ext cx="10485120" cy="960120"/>
          </a:xfrm>
        </p:spPr>
        <p:txBody>
          <a:bodyPr wrap="square" lIns="91440" tIns="45720" rIns="91440" bIns="45720" anchor="b" rtlCol="0">
            <a:normAutofit/>
          </a:bodyPr>
          <a:lstStyle>
            <a:lvl1pPr marL="0" indent="0" algn="l">
              <a:buNone/>
              <a:defRPr sz="4000" b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853440" y="1714500"/>
            <a:ext cx="4998720" cy="617220"/>
          </a:xfrm>
        </p:spPr>
        <p:txBody>
          <a:bodyPr wrap="square" lIns="91440" tIns="45720" rIns="91440" bIns="45720" anchor="b" rtlCol="0">
            <a:norm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2"/>
          </p:nvPr>
        </p:nvSpPr>
        <p:spPr>
          <a:xfrm>
            <a:off x="853440" y="2468880"/>
            <a:ext cx="4998720" cy="3703320"/>
          </a:xfrm>
        </p:spPr>
        <p:txBody>
          <a:bodyPr wrap="square" lIns="91440" tIns="45720" rIns="91440" bIns="45720" anchor="t" rtlCol="0">
            <a:normAutofit/>
          </a:bodyPr>
          <a:lstStyle>
            <a:lvl1pPr marL="342900" indent="-342900" algn="l">
              <a:spcBef>
                <a:spcPts val="1000"/>
              </a:spcBef>
              <a:buFont typeface="Arial"/>
              <a:buChar char="•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>
              <a:spcBef>
                <a:spcPts val="400"/>
              </a:spcBef>
              <a:buFont typeface="Arial"/>
              <a:buChar char="–"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>
              <a:spcBef>
                <a:spcPts val="400"/>
              </a:spcBef>
              <a:buFont typeface="Arial"/>
              <a:buChar char="▪"/>
              <a:defRPr sz="16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 algn="l">
              <a:spcBef>
                <a:spcPts val="400"/>
              </a:spcBef>
              <a:buFont typeface="Arial"/>
              <a:buChar char="›"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 algn="l">
              <a:spcBef>
                <a:spcPts val="400"/>
              </a:spcBef>
              <a:buFont typeface="Arial"/>
              <a:buChar char="»"/>
              <a:defRPr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idx="3"/>
          </p:nvPr>
        </p:nvSpPr>
        <p:spPr>
          <a:xfrm>
            <a:off x="6339840" y="1714500"/>
            <a:ext cx="4998720" cy="617220"/>
          </a:xfrm>
        </p:spPr>
        <p:txBody>
          <a:bodyPr wrap="square" lIns="91440" tIns="45720" rIns="91440" bIns="45720" anchor="b" rtlCol="0">
            <a:norm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idx="4"/>
          </p:nvPr>
        </p:nvSpPr>
        <p:spPr>
          <a:xfrm>
            <a:off x="6339840" y="2468880"/>
            <a:ext cx="4998720" cy="3703320"/>
          </a:xfrm>
        </p:spPr>
        <p:txBody>
          <a:bodyPr wrap="square" lIns="91440" tIns="45720" rIns="91440" bIns="45720" anchor="t" rtlCol="0">
            <a:normAutofit/>
          </a:bodyPr>
          <a:lstStyle>
            <a:lvl1pPr marL="342900" indent="-342900" algn="l">
              <a:spcBef>
                <a:spcPts val="1000"/>
              </a:spcBef>
              <a:buFont typeface="Arial"/>
              <a:buChar char="•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>
              <a:spcBef>
                <a:spcPts val="400"/>
              </a:spcBef>
              <a:buFont typeface="Arial"/>
              <a:buChar char="–"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>
              <a:spcBef>
                <a:spcPts val="400"/>
              </a:spcBef>
              <a:buFont typeface="Arial"/>
              <a:buChar char="▪"/>
              <a:defRPr sz="16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 algn="l">
              <a:spcBef>
                <a:spcPts val="400"/>
              </a:spcBef>
              <a:buFont typeface="Arial"/>
              <a:buChar char="›"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 algn="l">
              <a:spcBef>
                <a:spcPts val="400"/>
              </a:spcBef>
              <a:buFont typeface="Arial"/>
              <a:buChar char="»"/>
              <a:defRPr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>
          <a:xfrm>
            <a:off x="853440" y="6426200"/>
            <a:ext cx="2682240" cy="279400"/>
          </a:xfrm>
        </p:spPr>
        <p:txBody>
          <a:bodyPr lIns="0" tIns="0" rIns="0" bIns="0" anchor="t"/>
          <a:lstStyle>
            <a:lvl1pPr algn="l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l"/>
            <a:fld id="{69656345-F4B7-11B3-C8E8-D8DD6BB9CF4F}" type="datetime1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10/14/2026</a:t>
            </a:fld>
            <a:endParaRPr lang="en-US" sz="1050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3657600" y="6426200"/>
            <a:ext cx="4876800" cy="279400"/>
          </a:xfrm>
        </p:spPr>
        <p:txBody>
          <a:bodyPr lIns="0" tIns="0" rIns="0" bIns="0" anchor="t"/>
          <a:lstStyle>
            <a:lvl1pPr algn="ct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ctr"/>
            <a:endParaRPr lang="en-US" sz="1050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8656320" y="6426200"/>
            <a:ext cx="2682240" cy="279400"/>
          </a:xfrm>
        </p:spPr>
        <p:txBody>
          <a:bodyPr lIns="0" tIns="0" rIns="0" bIns="0" anchor="t"/>
          <a:lstStyle>
            <a:lvl1pPr algn="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r"/>
            <a:fld id="{D20153DE-6692-3C35-34D3-17C77ED6B3D8}" type="slidenum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05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 flip="none" rotWithShape="1">
          <a:gsLst>
            <a:gs pos="0">
              <a:schemeClr val="bg2"/>
            </a:gs>
            <a:gs pos="45000">
              <a:schemeClr val="bg1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"/>
          <p:cNvSpPr/>
          <p:nvPr/>
        </p:nvSpPr>
        <p:spPr>
          <a:xfrm>
            <a:off x="-2926080" y="-4937760"/>
            <a:ext cx="8046720" cy="804672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16000"/>
                </a:schemeClr>
              </a:gs>
              <a:gs pos="37400">
                <a:schemeClr val="accent1">
                  <a:alpha val="7200"/>
                </a:scheme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Decoration"/>
          <p:cNvSpPr/>
          <p:nvPr/>
        </p:nvSpPr>
        <p:spPr>
          <a:xfrm>
            <a:off x="8046720" y="-5486400"/>
            <a:ext cx="7559040" cy="7559040"/>
          </a:xfrm>
          <a:prstGeom prst="ellipse">
            <a:avLst/>
          </a:prstGeom>
          <a:gradFill flip="none" rotWithShape="1">
            <a:gsLst>
              <a:gs pos="0">
                <a:schemeClr val="accent2">
                  <a:alpha val="13000"/>
                </a:schemeClr>
              </a:gs>
              <a:gs pos="37400">
                <a:schemeClr val="accent2">
                  <a:alpha val="5850"/>
                </a:schemeClr>
              </a:gs>
              <a:gs pos="68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Decoration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833350" y="7132320"/>
                </a:moveTo>
                <a:cubicBezTo>
                  <a:pt x="12837160" y="7150100"/>
                  <a:pt x="12835890" y="7170420"/>
                  <a:pt x="12832080" y="7189470"/>
                </a:cubicBezTo>
                <a:cubicBezTo>
                  <a:pt x="12827000" y="7207250"/>
                  <a:pt x="12818110" y="7226300"/>
                  <a:pt x="12807950" y="7242810"/>
                </a:cubicBezTo>
                <a:cubicBezTo>
                  <a:pt x="12796520" y="7260590"/>
                  <a:pt x="12783820" y="7277100"/>
                  <a:pt x="12768580" y="7292340"/>
                </a:cubicBezTo>
                <a:cubicBezTo>
                  <a:pt x="12754610" y="7308850"/>
                  <a:pt x="12739370" y="7324090"/>
                  <a:pt x="12722860" y="7339330"/>
                </a:cubicBezTo>
                <a:cubicBezTo>
                  <a:pt x="12706350" y="7354570"/>
                  <a:pt x="12688570" y="7369810"/>
                  <a:pt x="12669520" y="7383780"/>
                </a:cubicBezTo>
                <a:cubicBezTo>
                  <a:pt x="12649200" y="7396480"/>
                  <a:pt x="12626340" y="7410450"/>
                  <a:pt x="12602210" y="7420610"/>
                </a:cubicBezTo>
                <a:cubicBezTo>
                  <a:pt x="12576810" y="7430770"/>
                  <a:pt x="12548870" y="7438390"/>
                  <a:pt x="12520930" y="7442200"/>
                </a:cubicBezTo>
                <a:cubicBezTo>
                  <a:pt x="12494260" y="7444740"/>
                  <a:pt x="12463780" y="7444740"/>
                  <a:pt x="12435840" y="7440930"/>
                </a:cubicBezTo>
                <a:cubicBezTo>
                  <a:pt x="12407900" y="7437120"/>
                  <a:pt x="12381230" y="7429500"/>
                  <a:pt x="12355830" y="7420610"/>
                </a:cubicBezTo>
                <a:cubicBezTo>
                  <a:pt x="12331700" y="7412990"/>
                  <a:pt x="12308840" y="7401560"/>
                  <a:pt x="12287250" y="7390130"/>
                </a:cubicBezTo>
                <a:cubicBezTo>
                  <a:pt x="12265660" y="7378700"/>
                  <a:pt x="12246610" y="7367270"/>
                  <a:pt x="12228830" y="7355840"/>
                </a:cubicBezTo>
                <a:cubicBezTo>
                  <a:pt x="12211050" y="7343140"/>
                  <a:pt x="12193270" y="7331710"/>
                  <a:pt x="12178030" y="7317740"/>
                </a:cubicBezTo>
                <a:cubicBezTo>
                  <a:pt x="12162790" y="7305040"/>
                  <a:pt x="12147550" y="7291070"/>
                  <a:pt x="12136120" y="7277100"/>
                </a:cubicBezTo>
                <a:cubicBezTo>
                  <a:pt x="12123420" y="7261860"/>
                  <a:pt x="12113260" y="7246620"/>
                  <a:pt x="12105640" y="7230110"/>
                </a:cubicBezTo>
                <a:cubicBezTo>
                  <a:pt x="12098020" y="7214870"/>
                  <a:pt x="12092940" y="7198360"/>
                  <a:pt x="12089130" y="7181850"/>
                </a:cubicBezTo>
                <a:cubicBezTo>
                  <a:pt x="12085320" y="7165340"/>
                  <a:pt x="12084050" y="7148830"/>
                  <a:pt x="12082780" y="7132320"/>
                </a:cubicBezTo>
                <a:cubicBezTo>
                  <a:pt x="12081510" y="7115810"/>
                  <a:pt x="12080240" y="7099300"/>
                  <a:pt x="12082780" y="7081520"/>
                </a:cubicBezTo>
                <a:cubicBezTo>
                  <a:pt x="12085320" y="7065010"/>
                  <a:pt x="12087860" y="7047230"/>
                  <a:pt x="12095480" y="7030720"/>
                </a:cubicBezTo>
                <a:cubicBezTo>
                  <a:pt x="12101830" y="7014210"/>
                  <a:pt x="12111990" y="6997700"/>
                  <a:pt x="12125960" y="6983730"/>
                </a:cubicBezTo>
                <a:cubicBezTo>
                  <a:pt x="12139930" y="6969760"/>
                  <a:pt x="12158980" y="6957060"/>
                  <a:pt x="12179300" y="6948170"/>
                </a:cubicBezTo>
                <a:cubicBezTo>
                  <a:pt x="12199620" y="6939280"/>
                  <a:pt x="12225020" y="6932930"/>
                  <a:pt x="12247880" y="6929120"/>
                </a:cubicBezTo>
                <a:cubicBezTo>
                  <a:pt x="12270740" y="6925310"/>
                  <a:pt x="12294870" y="6925310"/>
                  <a:pt x="12316460" y="6925310"/>
                </a:cubicBezTo>
                <a:cubicBezTo>
                  <a:pt x="12339320" y="6925310"/>
                  <a:pt x="12359640" y="6926580"/>
                  <a:pt x="12378690" y="6927850"/>
                </a:cubicBezTo>
                <a:cubicBezTo>
                  <a:pt x="12399010" y="6927850"/>
                  <a:pt x="12416790" y="6927850"/>
                  <a:pt x="12435840" y="6927850"/>
                </a:cubicBezTo>
                <a:cubicBezTo>
                  <a:pt x="12454890" y="6927850"/>
                  <a:pt x="12472670" y="6926580"/>
                  <a:pt x="12492990" y="6926580"/>
                </a:cubicBezTo>
                <a:cubicBezTo>
                  <a:pt x="12512040" y="6927850"/>
                  <a:pt x="12532360" y="6927850"/>
                  <a:pt x="12552680" y="6930390"/>
                </a:cubicBezTo>
                <a:cubicBezTo>
                  <a:pt x="12571730" y="6932930"/>
                  <a:pt x="12593320" y="6936740"/>
                  <a:pt x="12612370" y="6941820"/>
                </a:cubicBezTo>
                <a:cubicBezTo>
                  <a:pt x="12631420" y="6948170"/>
                  <a:pt x="12650470" y="6955790"/>
                  <a:pt x="12668250" y="6964680"/>
                </a:cubicBezTo>
                <a:cubicBezTo>
                  <a:pt x="12687300" y="6973570"/>
                  <a:pt x="12705080" y="6983730"/>
                  <a:pt x="12721590" y="6995160"/>
                </a:cubicBezTo>
                <a:cubicBezTo>
                  <a:pt x="12738100" y="7006590"/>
                  <a:pt x="12754610" y="7019290"/>
                  <a:pt x="12769850" y="7033260"/>
                </a:cubicBezTo>
                <a:cubicBezTo>
                  <a:pt x="12785090" y="7047230"/>
                  <a:pt x="12799060" y="7062470"/>
                  <a:pt x="12810490" y="7078980"/>
                </a:cubicBezTo>
                <a:cubicBezTo>
                  <a:pt x="12820650" y="7095490"/>
                  <a:pt x="12829540" y="7114540"/>
                  <a:pt x="12833350" y="7132320"/>
                </a:cubicBezTo>
                <a:close/>
                <a:moveTo>
                  <a:pt x="13130530" y="7132320"/>
                </a:moveTo>
                <a:cubicBezTo>
                  <a:pt x="13134340" y="7164070"/>
                  <a:pt x="13130530" y="7198360"/>
                  <a:pt x="13121640" y="7230110"/>
                </a:cubicBezTo>
                <a:cubicBezTo>
                  <a:pt x="13112750" y="7263130"/>
                  <a:pt x="13096240" y="7293610"/>
                  <a:pt x="13078460" y="7324090"/>
                </a:cubicBezTo>
                <a:cubicBezTo>
                  <a:pt x="13060680" y="7354570"/>
                  <a:pt x="13037820" y="7382510"/>
                  <a:pt x="13014960" y="7411720"/>
                </a:cubicBezTo>
                <a:cubicBezTo>
                  <a:pt x="12992100" y="7439660"/>
                  <a:pt x="12967970" y="7467600"/>
                  <a:pt x="12940030" y="7495540"/>
                </a:cubicBezTo>
                <a:cubicBezTo>
                  <a:pt x="12910820" y="7522210"/>
                  <a:pt x="12881610" y="7550150"/>
                  <a:pt x="12846050" y="7574280"/>
                </a:cubicBezTo>
                <a:cubicBezTo>
                  <a:pt x="12810490" y="7597140"/>
                  <a:pt x="12769850" y="7620000"/>
                  <a:pt x="12725400" y="7635240"/>
                </a:cubicBezTo>
                <a:cubicBezTo>
                  <a:pt x="12682220" y="7651750"/>
                  <a:pt x="12631420" y="7661910"/>
                  <a:pt x="12583160" y="7665720"/>
                </a:cubicBezTo>
                <a:cubicBezTo>
                  <a:pt x="12534900" y="7669530"/>
                  <a:pt x="12482830" y="7665720"/>
                  <a:pt x="12435840" y="7658100"/>
                </a:cubicBezTo>
                <a:cubicBezTo>
                  <a:pt x="12388850" y="7650480"/>
                  <a:pt x="12343130" y="7636510"/>
                  <a:pt x="12301220" y="7621270"/>
                </a:cubicBezTo>
                <a:cubicBezTo>
                  <a:pt x="12258040" y="7607300"/>
                  <a:pt x="12219940" y="7589520"/>
                  <a:pt x="12183110" y="7570470"/>
                </a:cubicBezTo>
                <a:cubicBezTo>
                  <a:pt x="12146280" y="7552690"/>
                  <a:pt x="12113260" y="7534910"/>
                  <a:pt x="12081510" y="7514590"/>
                </a:cubicBezTo>
                <a:cubicBezTo>
                  <a:pt x="12048490" y="7495540"/>
                  <a:pt x="12018010" y="7475220"/>
                  <a:pt x="11991340" y="7452360"/>
                </a:cubicBezTo>
                <a:cubicBezTo>
                  <a:pt x="11963400" y="7430770"/>
                  <a:pt x="11938000" y="7406640"/>
                  <a:pt x="11917680" y="7381240"/>
                </a:cubicBezTo>
                <a:cubicBezTo>
                  <a:pt x="11897360" y="7355840"/>
                  <a:pt x="11880850" y="7329170"/>
                  <a:pt x="11866880" y="7302500"/>
                </a:cubicBezTo>
                <a:cubicBezTo>
                  <a:pt x="11854180" y="7274560"/>
                  <a:pt x="11844020" y="7246620"/>
                  <a:pt x="11836400" y="7218680"/>
                </a:cubicBezTo>
                <a:cubicBezTo>
                  <a:pt x="11828780" y="7189470"/>
                  <a:pt x="11823700" y="7161530"/>
                  <a:pt x="11819890" y="7132320"/>
                </a:cubicBezTo>
                <a:cubicBezTo>
                  <a:pt x="11817350" y="7103110"/>
                  <a:pt x="11813540" y="7073900"/>
                  <a:pt x="11817350" y="7043420"/>
                </a:cubicBezTo>
                <a:cubicBezTo>
                  <a:pt x="11821160" y="7014210"/>
                  <a:pt x="11826240" y="6982460"/>
                  <a:pt x="11840210" y="6954520"/>
                </a:cubicBezTo>
                <a:cubicBezTo>
                  <a:pt x="11854180" y="6926580"/>
                  <a:pt x="11875770" y="6898640"/>
                  <a:pt x="11902440" y="6875780"/>
                </a:cubicBezTo>
                <a:cubicBezTo>
                  <a:pt x="11929110" y="6852920"/>
                  <a:pt x="11965940" y="6833870"/>
                  <a:pt x="12001500" y="6819900"/>
                </a:cubicBezTo>
                <a:cubicBezTo>
                  <a:pt x="12038330" y="6805930"/>
                  <a:pt x="12081510" y="6798310"/>
                  <a:pt x="12120880" y="6791960"/>
                </a:cubicBezTo>
                <a:cubicBezTo>
                  <a:pt x="12158980" y="6786880"/>
                  <a:pt x="12199620" y="6786880"/>
                  <a:pt x="12236450" y="6784340"/>
                </a:cubicBezTo>
                <a:cubicBezTo>
                  <a:pt x="12272010" y="6783070"/>
                  <a:pt x="12306300" y="6784340"/>
                  <a:pt x="12339320" y="6783070"/>
                </a:cubicBezTo>
                <a:cubicBezTo>
                  <a:pt x="12372340" y="6780530"/>
                  <a:pt x="12402820" y="6777990"/>
                  <a:pt x="12435840" y="6776720"/>
                </a:cubicBezTo>
                <a:cubicBezTo>
                  <a:pt x="12468860" y="6774180"/>
                  <a:pt x="12501880" y="6770370"/>
                  <a:pt x="12536170" y="6770370"/>
                </a:cubicBezTo>
                <a:cubicBezTo>
                  <a:pt x="12570460" y="6770370"/>
                  <a:pt x="12606020" y="6770370"/>
                  <a:pt x="12641580" y="6775450"/>
                </a:cubicBezTo>
                <a:cubicBezTo>
                  <a:pt x="12675870" y="6780530"/>
                  <a:pt x="12711430" y="6788150"/>
                  <a:pt x="12745720" y="6798310"/>
                </a:cubicBezTo>
                <a:cubicBezTo>
                  <a:pt x="12780010" y="6808470"/>
                  <a:pt x="12813030" y="6821170"/>
                  <a:pt x="12846050" y="6836410"/>
                </a:cubicBezTo>
                <a:cubicBezTo>
                  <a:pt x="12879070" y="6851650"/>
                  <a:pt x="12910820" y="6869430"/>
                  <a:pt x="12941300" y="6889750"/>
                </a:cubicBezTo>
                <a:cubicBezTo>
                  <a:pt x="12971780" y="6908800"/>
                  <a:pt x="13002260" y="6930390"/>
                  <a:pt x="13027660" y="6955790"/>
                </a:cubicBezTo>
                <a:cubicBezTo>
                  <a:pt x="13054330" y="6979920"/>
                  <a:pt x="13079730" y="7007860"/>
                  <a:pt x="13097510" y="7037070"/>
                </a:cubicBezTo>
                <a:cubicBezTo>
                  <a:pt x="13114020" y="7067550"/>
                  <a:pt x="13126720" y="7100570"/>
                  <a:pt x="13130530" y="7132320"/>
                </a:cubicBezTo>
                <a:close/>
                <a:moveTo>
                  <a:pt x="13430250" y="7132320"/>
                </a:moveTo>
                <a:cubicBezTo>
                  <a:pt x="13432790" y="7178040"/>
                  <a:pt x="13423900" y="7226300"/>
                  <a:pt x="13409930" y="7272020"/>
                </a:cubicBezTo>
                <a:cubicBezTo>
                  <a:pt x="13397230" y="7317740"/>
                  <a:pt x="13373100" y="7360920"/>
                  <a:pt x="13348970" y="7404100"/>
                </a:cubicBezTo>
                <a:cubicBezTo>
                  <a:pt x="13324840" y="7448550"/>
                  <a:pt x="13296900" y="7489190"/>
                  <a:pt x="13266420" y="7531100"/>
                </a:cubicBezTo>
                <a:cubicBezTo>
                  <a:pt x="13234670" y="7573010"/>
                  <a:pt x="13202920" y="7616190"/>
                  <a:pt x="13162280" y="7655560"/>
                </a:cubicBezTo>
                <a:cubicBezTo>
                  <a:pt x="13122910" y="7694930"/>
                  <a:pt x="13078460" y="7736840"/>
                  <a:pt x="13026390" y="7768590"/>
                </a:cubicBezTo>
                <a:cubicBezTo>
                  <a:pt x="12974320" y="7801610"/>
                  <a:pt x="12913360" y="7832090"/>
                  <a:pt x="12849860" y="7851140"/>
                </a:cubicBezTo>
                <a:cubicBezTo>
                  <a:pt x="12785090" y="7870190"/>
                  <a:pt x="12712700" y="7881620"/>
                  <a:pt x="12642850" y="7884160"/>
                </a:cubicBezTo>
                <a:cubicBezTo>
                  <a:pt x="12574270" y="7886700"/>
                  <a:pt x="12501880" y="7877810"/>
                  <a:pt x="12435840" y="7866380"/>
                </a:cubicBezTo>
                <a:cubicBezTo>
                  <a:pt x="12369800" y="7853680"/>
                  <a:pt x="12306300" y="7833360"/>
                  <a:pt x="12247880" y="7814310"/>
                </a:cubicBezTo>
                <a:cubicBezTo>
                  <a:pt x="12188190" y="7793990"/>
                  <a:pt x="12134850" y="7771130"/>
                  <a:pt x="12082780" y="7747000"/>
                </a:cubicBezTo>
                <a:cubicBezTo>
                  <a:pt x="12029440" y="7722870"/>
                  <a:pt x="11981180" y="7698740"/>
                  <a:pt x="11934190" y="7672070"/>
                </a:cubicBezTo>
                <a:cubicBezTo>
                  <a:pt x="11888470" y="7645400"/>
                  <a:pt x="11844020" y="7617460"/>
                  <a:pt x="11804650" y="7585710"/>
                </a:cubicBezTo>
                <a:cubicBezTo>
                  <a:pt x="11766550" y="7555230"/>
                  <a:pt x="11730990" y="7520940"/>
                  <a:pt x="11701780" y="7485380"/>
                </a:cubicBezTo>
                <a:cubicBezTo>
                  <a:pt x="11672570" y="7449820"/>
                  <a:pt x="11649710" y="7411720"/>
                  <a:pt x="11629390" y="7372350"/>
                </a:cubicBezTo>
                <a:cubicBezTo>
                  <a:pt x="11610340" y="7334250"/>
                  <a:pt x="11595100" y="7294880"/>
                  <a:pt x="11582400" y="7254240"/>
                </a:cubicBezTo>
                <a:cubicBezTo>
                  <a:pt x="11569700" y="7214870"/>
                  <a:pt x="11558270" y="7174230"/>
                  <a:pt x="11551920" y="7132320"/>
                </a:cubicBezTo>
                <a:cubicBezTo>
                  <a:pt x="11545570" y="7090410"/>
                  <a:pt x="11540490" y="7047230"/>
                  <a:pt x="11546840" y="7005320"/>
                </a:cubicBezTo>
                <a:cubicBezTo>
                  <a:pt x="11551920" y="6962140"/>
                  <a:pt x="11563350" y="6917690"/>
                  <a:pt x="11586210" y="6879590"/>
                </a:cubicBezTo>
                <a:cubicBezTo>
                  <a:pt x="11610340" y="6840220"/>
                  <a:pt x="11644630" y="6802120"/>
                  <a:pt x="11686540" y="6771640"/>
                </a:cubicBezTo>
                <a:cubicBezTo>
                  <a:pt x="11728450" y="6742430"/>
                  <a:pt x="11783060" y="6718300"/>
                  <a:pt x="11835130" y="6700520"/>
                </a:cubicBezTo>
                <a:cubicBezTo>
                  <a:pt x="11888470" y="6682740"/>
                  <a:pt x="11948160" y="6673850"/>
                  <a:pt x="12002770" y="6664960"/>
                </a:cubicBezTo>
                <a:cubicBezTo>
                  <a:pt x="12056110" y="6657340"/>
                  <a:pt x="12109450" y="6656070"/>
                  <a:pt x="12158980" y="6650990"/>
                </a:cubicBezTo>
                <a:cubicBezTo>
                  <a:pt x="12208510" y="6647180"/>
                  <a:pt x="12252960" y="6643370"/>
                  <a:pt x="12298680" y="6638290"/>
                </a:cubicBezTo>
                <a:cubicBezTo>
                  <a:pt x="12345670" y="6631940"/>
                  <a:pt x="12388850" y="6624320"/>
                  <a:pt x="12435840" y="6619240"/>
                </a:cubicBezTo>
                <a:cubicBezTo>
                  <a:pt x="12482830" y="6614160"/>
                  <a:pt x="12531090" y="6607810"/>
                  <a:pt x="12580620" y="6607810"/>
                </a:cubicBezTo>
                <a:cubicBezTo>
                  <a:pt x="12630150" y="6606540"/>
                  <a:pt x="12682220" y="6609080"/>
                  <a:pt x="12733020" y="6615430"/>
                </a:cubicBezTo>
                <a:cubicBezTo>
                  <a:pt x="12783820" y="6623050"/>
                  <a:pt x="12834620" y="6634480"/>
                  <a:pt x="12884150" y="6649720"/>
                </a:cubicBezTo>
                <a:cubicBezTo>
                  <a:pt x="12933680" y="6663690"/>
                  <a:pt x="12981940" y="6682740"/>
                  <a:pt x="13030200" y="6704330"/>
                </a:cubicBezTo>
                <a:cubicBezTo>
                  <a:pt x="13077190" y="6725920"/>
                  <a:pt x="13125450" y="6750050"/>
                  <a:pt x="13169900" y="6779260"/>
                </a:cubicBezTo>
                <a:cubicBezTo>
                  <a:pt x="13214350" y="6807200"/>
                  <a:pt x="13260070" y="6838950"/>
                  <a:pt x="13296900" y="6875780"/>
                </a:cubicBezTo>
                <a:cubicBezTo>
                  <a:pt x="13333730" y="6911340"/>
                  <a:pt x="13369290" y="6953250"/>
                  <a:pt x="13390880" y="6995160"/>
                </a:cubicBezTo>
                <a:cubicBezTo>
                  <a:pt x="13413740" y="7038340"/>
                  <a:pt x="13426440" y="7086600"/>
                  <a:pt x="13430250" y="7132320"/>
                </a:cubicBezTo>
                <a:close/>
                <a:moveTo>
                  <a:pt x="13727430" y="7132320"/>
                </a:moveTo>
                <a:cubicBezTo>
                  <a:pt x="13728700" y="7192010"/>
                  <a:pt x="13713460" y="7254240"/>
                  <a:pt x="13696950" y="7312660"/>
                </a:cubicBezTo>
                <a:cubicBezTo>
                  <a:pt x="13679170" y="7372350"/>
                  <a:pt x="13651230" y="7429500"/>
                  <a:pt x="13622020" y="7486650"/>
                </a:cubicBezTo>
                <a:cubicBezTo>
                  <a:pt x="13594080" y="7543800"/>
                  <a:pt x="13562330" y="7599680"/>
                  <a:pt x="13522960" y="7655560"/>
                </a:cubicBezTo>
                <a:cubicBezTo>
                  <a:pt x="13484860" y="7711440"/>
                  <a:pt x="13445490" y="7769860"/>
                  <a:pt x="13392150" y="7820660"/>
                </a:cubicBezTo>
                <a:cubicBezTo>
                  <a:pt x="13340080" y="7872730"/>
                  <a:pt x="13280390" y="7926070"/>
                  <a:pt x="13209270" y="7966710"/>
                </a:cubicBezTo>
                <a:cubicBezTo>
                  <a:pt x="13139420" y="8006080"/>
                  <a:pt x="13055600" y="8041640"/>
                  <a:pt x="12970510" y="8063230"/>
                </a:cubicBezTo>
                <a:cubicBezTo>
                  <a:pt x="12886690" y="8083550"/>
                  <a:pt x="12790170" y="8092440"/>
                  <a:pt x="12701270" y="8092440"/>
                </a:cubicBezTo>
                <a:cubicBezTo>
                  <a:pt x="12612370" y="8092440"/>
                  <a:pt x="12519660" y="8078470"/>
                  <a:pt x="12435840" y="8063230"/>
                </a:cubicBezTo>
                <a:cubicBezTo>
                  <a:pt x="12352020" y="8047990"/>
                  <a:pt x="12272010" y="8022590"/>
                  <a:pt x="12195810" y="7999730"/>
                </a:cubicBezTo>
                <a:cubicBezTo>
                  <a:pt x="12120880" y="7975600"/>
                  <a:pt x="12049760" y="7948930"/>
                  <a:pt x="11982450" y="7919720"/>
                </a:cubicBezTo>
                <a:cubicBezTo>
                  <a:pt x="11915140" y="7891780"/>
                  <a:pt x="11849100" y="7862570"/>
                  <a:pt x="11789410" y="7829550"/>
                </a:cubicBezTo>
                <a:cubicBezTo>
                  <a:pt x="11728450" y="7795260"/>
                  <a:pt x="11671300" y="7759700"/>
                  <a:pt x="11621770" y="7719060"/>
                </a:cubicBezTo>
                <a:cubicBezTo>
                  <a:pt x="11570970" y="7678420"/>
                  <a:pt x="11526520" y="7633970"/>
                  <a:pt x="11488420" y="7588250"/>
                </a:cubicBezTo>
                <a:cubicBezTo>
                  <a:pt x="11450320" y="7542530"/>
                  <a:pt x="11421110" y="7493000"/>
                  <a:pt x="11393170" y="7443470"/>
                </a:cubicBezTo>
                <a:cubicBezTo>
                  <a:pt x="11365230" y="7393940"/>
                  <a:pt x="11343640" y="7343140"/>
                  <a:pt x="11323320" y="7291070"/>
                </a:cubicBezTo>
                <a:cubicBezTo>
                  <a:pt x="11304270" y="7240270"/>
                  <a:pt x="11286490" y="7186930"/>
                  <a:pt x="11277600" y="7132320"/>
                </a:cubicBezTo>
                <a:cubicBezTo>
                  <a:pt x="11268710" y="7077710"/>
                  <a:pt x="11262360" y="7020560"/>
                  <a:pt x="11272520" y="6965950"/>
                </a:cubicBezTo>
                <a:cubicBezTo>
                  <a:pt x="11282680" y="6911340"/>
                  <a:pt x="11303000" y="6852920"/>
                  <a:pt x="11337290" y="6804660"/>
                </a:cubicBezTo>
                <a:cubicBezTo>
                  <a:pt x="11372850" y="6756400"/>
                  <a:pt x="11424920" y="6709410"/>
                  <a:pt x="11482070" y="6673850"/>
                </a:cubicBezTo>
                <a:cubicBezTo>
                  <a:pt x="11540490" y="6638290"/>
                  <a:pt x="11614150" y="6610350"/>
                  <a:pt x="11682730" y="6590030"/>
                </a:cubicBezTo>
                <a:cubicBezTo>
                  <a:pt x="11751310" y="6568440"/>
                  <a:pt x="11826240" y="6558280"/>
                  <a:pt x="11892280" y="6546850"/>
                </a:cubicBezTo>
                <a:cubicBezTo>
                  <a:pt x="11959590" y="6535420"/>
                  <a:pt x="12023090" y="6530340"/>
                  <a:pt x="12084050" y="6520180"/>
                </a:cubicBezTo>
                <a:cubicBezTo>
                  <a:pt x="12145010" y="6511290"/>
                  <a:pt x="12199620" y="6499860"/>
                  <a:pt x="12258040" y="6489700"/>
                </a:cubicBezTo>
                <a:cubicBezTo>
                  <a:pt x="12316460" y="6479540"/>
                  <a:pt x="12374880" y="6464300"/>
                  <a:pt x="12435840" y="6456680"/>
                </a:cubicBezTo>
                <a:cubicBezTo>
                  <a:pt x="12496800" y="6447790"/>
                  <a:pt x="12562840" y="6438900"/>
                  <a:pt x="12627610" y="6438900"/>
                </a:cubicBezTo>
                <a:cubicBezTo>
                  <a:pt x="12692380" y="6437630"/>
                  <a:pt x="12760960" y="6441440"/>
                  <a:pt x="12828270" y="6451600"/>
                </a:cubicBezTo>
                <a:cubicBezTo>
                  <a:pt x="12894310" y="6460490"/>
                  <a:pt x="12960350" y="6477000"/>
                  <a:pt x="13026390" y="6496050"/>
                </a:cubicBezTo>
                <a:cubicBezTo>
                  <a:pt x="13092430" y="6515100"/>
                  <a:pt x="13157200" y="6539230"/>
                  <a:pt x="13220700" y="6567170"/>
                </a:cubicBezTo>
                <a:cubicBezTo>
                  <a:pt x="13285470" y="6595110"/>
                  <a:pt x="13351510" y="6625590"/>
                  <a:pt x="13409930" y="6663690"/>
                </a:cubicBezTo>
                <a:cubicBezTo>
                  <a:pt x="13469620" y="6701790"/>
                  <a:pt x="13529310" y="6743700"/>
                  <a:pt x="13576300" y="6791960"/>
                </a:cubicBezTo>
                <a:cubicBezTo>
                  <a:pt x="13623290" y="6840220"/>
                  <a:pt x="13663930" y="6896100"/>
                  <a:pt x="13689330" y="6953250"/>
                </a:cubicBezTo>
                <a:cubicBezTo>
                  <a:pt x="13714730" y="7009130"/>
                  <a:pt x="13726160" y="7072630"/>
                  <a:pt x="13727430" y="7132320"/>
                </a:cubicBezTo>
                <a:close/>
                <a:moveTo>
                  <a:pt x="14022070" y="7132320"/>
                </a:moveTo>
                <a:cubicBezTo>
                  <a:pt x="14020800" y="7205980"/>
                  <a:pt x="14001750" y="7280910"/>
                  <a:pt x="13982700" y="7353300"/>
                </a:cubicBezTo>
                <a:cubicBezTo>
                  <a:pt x="13962380" y="7426960"/>
                  <a:pt x="13933170" y="7498080"/>
                  <a:pt x="13901420" y="7569200"/>
                </a:cubicBezTo>
                <a:cubicBezTo>
                  <a:pt x="13869670" y="7641590"/>
                  <a:pt x="13835380" y="7713980"/>
                  <a:pt x="13789660" y="7783830"/>
                </a:cubicBezTo>
                <a:cubicBezTo>
                  <a:pt x="13743940" y="7853680"/>
                  <a:pt x="13694410" y="7927340"/>
                  <a:pt x="13628370" y="7990840"/>
                </a:cubicBezTo>
                <a:cubicBezTo>
                  <a:pt x="13562330" y="8054340"/>
                  <a:pt x="13482320" y="8116570"/>
                  <a:pt x="13392150" y="8163560"/>
                </a:cubicBezTo>
                <a:cubicBezTo>
                  <a:pt x="13301980" y="8209280"/>
                  <a:pt x="13195300" y="8246110"/>
                  <a:pt x="13088620" y="8266430"/>
                </a:cubicBezTo>
                <a:cubicBezTo>
                  <a:pt x="12981940" y="8288020"/>
                  <a:pt x="12865100" y="8293100"/>
                  <a:pt x="12755880" y="8290560"/>
                </a:cubicBezTo>
                <a:cubicBezTo>
                  <a:pt x="12646660" y="8288020"/>
                  <a:pt x="12537440" y="8270240"/>
                  <a:pt x="12435840" y="8251190"/>
                </a:cubicBezTo>
                <a:cubicBezTo>
                  <a:pt x="12334240" y="8233410"/>
                  <a:pt x="12238990" y="8206740"/>
                  <a:pt x="12146280" y="8180070"/>
                </a:cubicBezTo>
                <a:cubicBezTo>
                  <a:pt x="12054840" y="8153400"/>
                  <a:pt x="11967210" y="8124190"/>
                  <a:pt x="11883390" y="8092440"/>
                </a:cubicBezTo>
                <a:cubicBezTo>
                  <a:pt x="11799570" y="8059420"/>
                  <a:pt x="11718290" y="8025130"/>
                  <a:pt x="11644630" y="7985760"/>
                </a:cubicBezTo>
                <a:cubicBezTo>
                  <a:pt x="11569700" y="7945120"/>
                  <a:pt x="11499850" y="7899400"/>
                  <a:pt x="11438890" y="7849870"/>
                </a:cubicBezTo>
                <a:cubicBezTo>
                  <a:pt x="11377930" y="7800340"/>
                  <a:pt x="11324590" y="7745730"/>
                  <a:pt x="11277600" y="7689850"/>
                </a:cubicBezTo>
                <a:cubicBezTo>
                  <a:pt x="11229340" y="7633970"/>
                  <a:pt x="11191240" y="7574280"/>
                  <a:pt x="11154410" y="7514590"/>
                </a:cubicBezTo>
                <a:cubicBezTo>
                  <a:pt x="11117580" y="7454900"/>
                  <a:pt x="11085830" y="7392670"/>
                  <a:pt x="11059160" y="7329170"/>
                </a:cubicBezTo>
                <a:cubicBezTo>
                  <a:pt x="11032490" y="7265670"/>
                  <a:pt x="11007090" y="7199630"/>
                  <a:pt x="10996930" y="7132320"/>
                </a:cubicBezTo>
                <a:cubicBezTo>
                  <a:pt x="10986770" y="7065010"/>
                  <a:pt x="10981690" y="6992620"/>
                  <a:pt x="10999470" y="6926580"/>
                </a:cubicBezTo>
                <a:cubicBezTo>
                  <a:pt x="11015980" y="6860540"/>
                  <a:pt x="11050270" y="6790690"/>
                  <a:pt x="11098530" y="6733540"/>
                </a:cubicBezTo>
                <a:cubicBezTo>
                  <a:pt x="11148060" y="6676390"/>
                  <a:pt x="11220450" y="6624320"/>
                  <a:pt x="11294110" y="6583680"/>
                </a:cubicBezTo>
                <a:cubicBezTo>
                  <a:pt x="11367770" y="6543040"/>
                  <a:pt x="11459210" y="6513830"/>
                  <a:pt x="11541760" y="6488430"/>
                </a:cubicBezTo>
                <a:cubicBezTo>
                  <a:pt x="11624310" y="6464300"/>
                  <a:pt x="11710670" y="6450330"/>
                  <a:pt x="11788140" y="6433820"/>
                </a:cubicBezTo>
                <a:cubicBezTo>
                  <a:pt x="11865610" y="6417310"/>
                  <a:pt x="11936730" y="6404610"/>
                  <a:pt x="12007850" y="6388100"/>
                </a:cubicBezTo>
                <a:cubicBezTo>
                  <a:pt x="12078970" y="6371590"/>
                  <a:pt x="12143740" y="6352540"/>
                  <a:pt x="12216130" y="6334760"/>
                </a:cubicBezTo>
                <a:cubicBezTo>
                  <a:pt x="12287250" y="6318250"/>
                  <a:pt x="12359640" y="6297930"/>
                  <a:pt x="12435840" y="6286500"/>
                </a:cubicBezTo>
                <a:cubicBezTo>
                  <a:pt x="12512040" y="6273800"/>
                  <a:pt x="12594590" y="6264910"/>
                  <a:pt x="12675870" y="6263640"/>
                </a:cubicBezTo>
                <a:cubicBezTo>
                  <a:pt x="12757150" y="6263640"/>
                  <a:pt x="12842240" y="6269990"/>
                  <a:pt x="12924790" y="6282690"/>
                </a:cubicBezTo>
                <a:cubicBezTo>
                  <a:pt x="13007340" y="6294120"/>
                  <a:pt x="13091160" y="6313170"/>
                  <a:pt x="13173710" y="6337300"/>
                </a:cubicBezTo>
                <a:cubicBezTo>
                  <a:pt x="13256260" y="6360160"/>
                  <a:pt x="13340080" y="6388100"/>
                  <a:pt x="13421360" y="6422390"/>
                </a:cubicBezTo>
                <a:cubicBezTo>
                  <a:pt x="13502640" y="6456680"/>
                  <a:pt x="13586460" y="6496050"/>
                  <a:pt x="13660120" y="6543040"/>
                </a:cubicBezTo>
                <a:cubicBezTo>
                  <a:pt x="13733780" y="6590030"/>
                  <a:pt x="13807440" y="6645910"/>
                  <a:pt x="13862050" y="6706870"/>
                </a:cubicBezTo>
                <a:cubicBezTo>
                  <a:pt x="13915390" y="6767830"/>
                  <a:pt x="13961110" y="6838950"/>
                  <a:pt x="13987780" y="6910070"/>
                </a:cubicBezTo>
                <a:cubicBezTo>
                  <a:pt x="14014450" y="6981190"/>
                  <a:pt x="14022070" y="7058660"/>
                  <a:pt x="14022070" y="7132320"/>
                </a:cubicBezTo>
                <a:close/>
                <a:moveTo>
                  <a:pt x="14312900" y="7132320"/>
                </a:moveTo>
                <a:cubicBezTo>
                  <a:pt x="14310360" y="7219950"/>
                  <a:pt x="14291310" y="7307580"/>
                  <a:pt x="14270990" y="7395210"/>
                </a:cubicBezTo>
                <a:cubicBezTo>
                  <a:pt x="14250670" y="7482840"/>
                  <a:pt x="14224000" y="7567930"/>
                  <a:pt x="14189710" y="7655560"/>
                </a:cubicBezTo>
                <a:cubicBezTo>
                  <a:pt x="14155420" y="7741920"/>
                  <a:pt x="14119860" y="7832090"/>
                  <a:pt x="14065250" y="7915910"/>
                </a:cubicBezTo>
                <a:cubicBezTo>
                  <a:pt x="14011910" y="8001000"/>
                  <a:pt x="13949680" y="8089900"/>
                  <a:pt x="13867130" y="8162290"/>
                </a:cubicBezTo>
                <a:cubicBezTo>
                  <a:pt x="13784580" y="8235950"/>
                  <a:pt x="13681710" y="8305800"/>
                  <a:pt x="13571220" y="8355330"/>
                </a:cubicBezTo>
                <a:cubicBezTo>
                  <a:pt x="13459460" y="8404860"/>
                  <a:pt x="13327380" y="8440420"/>
                  <a:pt x="13200380" y="8460740"/>
                </a:cubicBezTo>
                <a:cubicBezTo>
                  <a:pt x="13073380" y="8481060"/>
                  <a:pt x="12934950" y="8482330"/>
                  <a:pt x="12807950" y="8477250"/>
                </a:cubicBezTo>
                <a:cubicBezTo>
                  <a:pt x="12679680" y="8472170"/>
                  <a:pt x="12553950" y="8451850"/>
                  <a:pt x="12435840" y="8432800"/>
                </a:cubicBezTo>
                <a:cubicBezTo>
                  <a:pt x="12317730" y="8412480"/>
                  <a:pt x="12205970" y="8387080"/>
                  <a:pt x="12096750" y="8357870"/>
                </a:cubicBezTo>
                <a:cubicBezTo>
                  <a:pt x="11988800" y="8329930"/>
                  <a:pt x="11884660" y="8300720"/>
                  <a:pt x="11784330" y="8263890"/>
                </a:cubicBezTo>
                <a:cubicBezTo>
                  <a:pt x="11685270" y="8228330"/>
                  <a:pt x="11588750" y="8187690"/>
                  <a:pt x="11501120" y="8140700"/>
                </a:cubicBezTo>
                <a:cubicBezTo>
                  <a:pt x="11413490" y="8092440"/>
                  <a:pt x="11330940" y="8037830"/>
                  <a:pt x="11258550" y="7979410"/>
                </a:cubicBezTo>
                <a:cubicBezTo>
                  <a:pt x="11186160" y="7922260"/>
                  <a:pt x="11123930" y="7856220"/>
                  <a:pt x="11065510" y="7791450"/>
                </a:cubicBezTo>
                <a:cubicBezTo>
                  <a:pt x="11008360" y="7725410"/>
                  <a:pt x="10957560" y="7656830"/>
                  <a:pt x="10911840" y="7586980"/>
                </a:cubicBezTo>
                <a:cubicBezTo>
                  <a:pt x="10864850" y="7515860"/>
                  <a:pt x="10820400" y="7444740"/>
                  <a:pt x="10787380" y="7368540"/>
                </a:cubicBezTo>
                <a:cubicBezTo>
                  <a:pt x="10754360" y="7292340"/>
                  <a:pt x="10721340" y="7212330"/>
                  <a:pt x="10712450" y="7132320"/>
                </a:cubicBezTo>
                <a:cubicBezTo>
                  <a:pt x="10702290" y="7052310"/>
                  <a:pt x="10704830" y="6965950"/>
                  <a:pt x="10731500" y="6888480"/>
                </a:cubicBezTo>
                <a:cubicBezTo>
                  <a:pt x="10759440" y="6811010"/>
                  <a:pt x="10810240" y="6732270"/>
                  <a:pt x="10876280" y="6667500"/>
                </a:cubicBezTo>
                <a:cubicBezTo>
                  <a:pt x="10941050" y="6602730"/>
                  <a:pt x="11033760" y="6546850"/>
                  <a:pt x="11123930" y="6501130"/>
                </a:cubicBezTo>
                <a:cubicBezTo>
                  <a:pt x="11212830" y="6455410"/>
                  <a:pt x="11318240" y="6424930"/>
                  <a:pt x="11412220" y="6395720"/>
                </a:cubicBezTo>
                <a:cubicBezTo>
                  <a:pt x="11504930" y="6365240"/>
                  <a:pt x="11598910" y="6346190"/>
                  <a:pt x="11684000" y="6322060"/>
                </a:cubicBezTo>
                <a:cubicBezTo>
                  <a:pt x="11770360" y="6299200"/>
                  <a:pt x="11847830" y="6276340"/>
                  <a:pt x="11929110" y="6250940"/>
                </a:cubicBezTo>
                <a:cubicBezTo>
                  <a:pt x="12010390" y="6225540"/>
                  <a:pt x="12086590" y="6196330"/>
                  <a:pt x="12170410" y="6172200"/>
                </a:cubicBezTo>
                <a:cubicBezTo>
                  <a:pt x="12255500" y="6149340"/>
                  <a:pt x="12343130" y="6123940"/>
                  <a:pt x="12435840" y="6108700"/>
                </a:cubicBezTo>
                <a:cubicBezTo>
                  <a:pt x="12528550" y="6094730"/>
                  <a:pt x="12626340" y="6085840"/>
                  <a:pt x="12725400" y="6084570"/>
                </a:cubicBezTo>
                <a:cubicBezTo>
                  <a:pt x="12823190" y="6084570"/>
                  <a:pt x="12924790" y="6093460"/>
                  <a:pt x="13025120" y="6108700"/>
                </a:cubicBezTo>
                <a:cubicBezTo>
                  <a:pt x="13125450" y="6122670"/>
                  <a:pt x="13227050" y="6144260"/>
                  <a:pt x="13327380" y="6170930"/>
                </a:cubicBezTo>
                <a:cubicBezTo>
                  <a:pt x="13428980" y="6198870"/>
                  <a:pt x="13533120" y="6230620"/>
                  <a:pt x="13632180" y="6271260"/>
                </a:cubicBezTo>
                <a:cubicBezTo>
                  <a:pt x="13729970" y="6311900"/>
                  <a:pt x="13832840" y="6360160"/>
                  <a:pt x="13919200" y="6418580"/>
                </a:cubicBezTo>
                <a:cubicBezTo>
                  <a:pt x="14005560" y="6477000"/>
                  <a:pt x="14089380" y="6546850"/>
                  <a:pt x="14150340" y="6621780"/>
                </a:cubicBezTo>
                <a:cubicBezTo>
                  <a:pt x="14210030" y="6695440"/>
                  <a:pt x="14255750" y="6783070"/>
                  <a:pt x="14282420" y="6868160"/>
                </a:cubicBezTo>
                <a:cubicBezTo>
                  <a:pt x="14310360" y="6953250"/>
                  <a:pt x="14314170" y="7044690"/>
                  <a:pt x="14312900" y="7132320"/>
                </a:cubicBezTo>
                <a:close/>
                <a:moveTo>
                  <a:pt x="14602460" y="7132320"/>
                </a:moveTo>
                <a:cubicBezTo>
                  <a:pt x="14601190" y="7233920"/>
                  <a:pt x="14584680" y="7335520"/>
                  <a:pt x="14565630" y="7437120"/>
                </a:cubicBezTo>
                <a:cubicBezTo>
                  <a:pt x="14547850" y="7539990"/>
                  <a:pt x="14524990" y="7641590"/>
                  <a:pt x="14489430" y="7744460"/>
                </a:cubicBezTo>
                <a:cubicBezTo>
                  <a:pt x="14452600" y="7847330"/>
                  <a:pt x="14413230" y="7955280"/>
                  <a:pt x="14349730" y="8053070"/>
                </a:cubicBezTo>
                <a:cubicBezTo>
                  <a:pt x="14284960" y="8150860"/>
                  <a:pt x="14204950" y="8252460"/>
                  <a:pt x="14104620" y="8333740"/>
                </a:cubicBezTo>
                <a:cubicBezTo>
                  <a:pt x="14003020" y="8415020"/>
                  <a:pt x="13876020" y="8488680"/>
                  <a:pt x="13742670" y="8540750"/>
                </a:cubicBezTo>
                <a:cubicBezTo>
                  <a:pt x="13609320" y="8591550"/>
                  <a:pt x="13453110" y="8624570"/>
                  <a:pt x="13305790" y="8643620"/>
                </a:cubicBezTo>
                <a:cubicBezTo>
                  <a:pt x="13157200" y="8662670"/>
                  <a:pt x="13000990" y="8660130"/>
                  <a:pt x="12856210" y="8653780"/>
                </a:cubicBezTo>
                <a:cubicBezTo>
                  <a:pt x="12711430" y="8648700"/>
                  <a:pt x="12570460" y="8629650"/>
                  <a:pt x="12435840" y="8609330"/>
                </a:cubicBezTo>
                <a:cubicBezTo>
                  <a:pt x="12301220" y="8590280"/>
                  <a:pt x="12172950" y="8566150"/>
                  <a:pt x="12048490" y="8536940"/>
                </a:cubicBezTo>
                <a:cubicBezTo>
                  <a:pt x="11922760" y="8507730"/>
                  <a:pt x="11800840" y="8475980"/>
                  <a:pt x="11686540" y="8435340"/>
                </a:cubicBezTo>
                <a:cubicBezTo>
                  <a:pt x="11570970" y="8394700"/>
                  <a:pt x="11459210" y="8347710"/>
                  <a:pt x="11357610" y="8293100"/>
                </a:cubicBezTo>
                <a:cubicBezTo>
                  <a:pt x="11257280" y="8238490"/>
                  <a:pt x="11164570" y="8174990"/>
                  <a:pt x="11080750" y="8107680"/>
                </a:cubicBezTo>
                <a:cubicBezTo>
                  <a:pt x="10995660" y="8041640"/>
                  <a:pt x="10923270" y="7967980"/>
                  <a:pt x="10853420" y="7894320"/>
                </a:cubicBezTo>
                <a:cubicBezTo>
                  <a:pt x="10783570" y="7819390"/>
                  <a:pt x="10720070" y="7741920"/>
                  <a:pt x="10661650" y="7661910"/>
                </a:cubicBezTo>
                <a:cubicBezTo>
                  <a:pt x="10604500" y="7580630"/>
                  <a:pt x="10546080" y="7496810"/>
                  <a:pt x="10507980" y="7407910"/>
                </a:cubicBezTo>
                <a:cubicBezTo>
                  <a:pt x="10468610" y="7320280"/>
                  <a:pt x="10433050" y="7225030"/>
                  <a:pt x="10427970" y="7132320"/>
                </a:cubicBezTo>
                <a:cubicBezTo>
                  <a:pt x="10422890" y="7039610"/>
                  <a:pt x="10436860" y="6939280"/>
                  <a:pt x="10477500" y="6851650"/>
                </a:cubicBezTo>
                <a:cubicBezTo>
                  <a:pt x="10518140" y="6764020"/>
                  <a:pt x="10590530" y="6677660"/>
                  <a:pt x="10673080" y="6606540"/>
                </a:cubicBezTo>
                <a:cubicBezTo>
                  <a:pt x="10754360" y="6535420"/>
                  <a:pt x="10866120" y="6477000"/>
                  <a:pt x="10968990" y="6426200"/>
                </a:cubicBezTo>
                <a:cubicBezTo>
                  <a:pt x="11071860" y="6376670"/>
                  <a:pt x="11187430" y="6342380"/>
                  <a:pt x="11289030" y="6306820"/>
                </a:cubicBezTo>
                <a:cubicBezTo>
                  <a:pt x="11390630" y="6269990"/>
                  <a:pt x="11485880" y="6242050"/>
                  <a:pt x="11578590" y="6209030"/>
                </a:cubicBezTo>
                <a:cubicBezTo>
                  <a:pt x="11672570" y="6176010"/>
                  <a:pt x="11755120" y="6140450"/>
                  <a:pt x="11845290" y="6106160"/>
                </a:cubicBezTo>
                <a:cubicBezTo>
                  <a:pt x="11936730" y="6071870"/>
                  <a:pt x="12025630" y="6032500"/>
                  <a:pt x="12123420" y="6002020"/>
                </a:cubicBezTo>
                <a:cubicBezTo>
                  <a:pt x="12222480" y="5972810"/>
                  <a:pt x="12326620" y="5943600"/>
                  <a:pt x="12435840" y="5927090"/>
                </a:cubicBezTo>
                <a:cubicBezTo>
                  <a:pt x="12545060" y="5909310"/>
                  <a:pt x="12660630" y="5901690"/>
                  <a:pt x="12776200" y="5901690"/>
                </a:cubicBezTo>
                <a:cubicBezTo>
                  <a:pt x="12891770" y="5901690"/>
                  <a:pt x="13009880" y="5911850"/>
                  <a:pt x="13127990" y="5928360"/>
                </a:cubicBezTo>
                <a:cubicBezTo>
                  <a:pt x="13247370" y="5943600"/>
                  <a:pt x="13368020" y="5966460"/>
                  <a:pt x="13488670" y="5996940"/>
                </a:cubicBezTo>
                <a:cubicBezTo>
                  <a:pt x="13609320" y="6028690"/>
                  <a:pt x="13735050" y="6064250"/>
                  <a:pt x="13850620" y="6113780"/>
                </a:cubicBezTo>
                <a:cubicBezTo>
                  <a:pt x="13967460" y="6162040"/>
                  <a:pt x="14086840" y="6220460"/>
                  <a:pt x="14184630" y="6291580"/>
                </a:cubicBezTo>
                <a:cubicBezTo>
                  <a:pt x="14282420" y="6361430"/>
                  <a:pt x="14372590" y="6446520"/>
                  <a:pt x="14437360" y="6535420"/>
                </a:cubicBezTo>
                <a:cubicBezTo>
                  <a:pt x="14502130" y="6624320"/>
                  <a:pt x="14545310" y="6727190"/>
                  <a:pt x="14573250" y="6826250"/>
                </a:cubicBezTo>
                <a:cubicBezTo>
                  <a:pt x="14599920" y="6925310"/>
                  <a:pt x="14603730" y="7030720"/>
                  <a:pt x="14602460" y="7132320"/>
                </a:cubicBezTo>
                <a:close/>
                <a:moveTo>
                  <a:pt x="14893290" y="7132320"/>
                </a:moveTo>
                <a:cubicBezTo>
                  <a:pt x="14895830" y="7247890"/>
                  <a:pt x="14888210" y="7363460"/>
                  <a:pt x="14871700" y="7481570"/>
                </a:cubicBezTo>
                <a:cubicBezTo>
                  <a:pt x="14856460" y="7598410"/>
                  <a:pt x="14839950" y="7719060"/>
                  <a:pt x="14800580" y="7837170"/>
                </a:cubicBezTo>
                <a:cubicBezTo>
                  <a:pt x="14761210" y="7955280"/>
                  <a:pt x="14714220" y="8081010"/>
                  <a:pt x="14636750" y="8191500"/>
                </a:cubicBezTo>
                <a:cubicBezTo>
                  <a:pt x="14559280" y="8301990"/>
                  <a:pt x="14457680" y="8412480"/>
                  <a:pt x="14335760" y="8500110"/>
                </a:cubicBezTo>
                <a:cubicBezTo>
                  <a:pt x="14213840" y="8587740"/>
                  <a:pt x="14058900" y="8662670"/>
                  <a:pt x="13903960" y="8714740"/>
                </a:cubicBezTo>
                <a:cubicBezTo>
                  <a:pt x="13749020" y="8766810"/>
                  <a:pt x="13569950" y="8796020"/>
                  <a:pt x="13403580" y="8813800"/>
                </a:cubicBezTo>
                <a:cubicBezTo>
                  <a:pt x="13235940" y="8832850"/>
                  <a:pt x="13064490" y="8829040"/>
                  <a:pt x="12903200" y="8823960"/>
                </a:cubicBezTo>
                <a:cubicBezTo>
                  <a:pt x="12741910" y="8818880"/>
                  <a:pt x="12586970" y="8802370"/>
                  <a:pt x="12435840" y="8784590"/>
                </a:cubicBezTo>
                <a:cubicBezTo>
                  <a:pt x="12284710" y="8766810"/>
                  <a:pt x="12139930" y="8745220"/>
                  <a:pt x="11998960" y="8716010"/>
                </a:cubicBezTo>
                <a:cubicBezTo>
                  <a:pt x="11856720" y="8685530"/>
                  <a:pt x="11718290" y="8651240"/>
                  <a:pt x="11587480" y="8606790"/>
                </a:cubicBezTo>
                <a:cubicBezTo>
                  <a:pt x="11457940" y="8561070"/>
                  <a:pt x="11332210" y="8506460"/>
                  <a:pt x="11217910" y="8445500"/>
                </a:cubicBezTo>
                <a:cubicBezTo>
                  <a:pt x="11103610" y="8383270"/>
                  <a:pt x="10999470" y="8310880"/>
                  <a:pt x="10902950" y="8235950"/>
                </a:cubicBezTo>
                <a:cubicBezTo>
                  <a:pt x="10805160" y="8162290"/>
                  <a:pt x="10718800" y="8081010"/>
                  <a:pt x="10636250" y="7998460"/>
                </a:cubicBezTo>
                <a:cubicBezTo>
                  <a:pt x="10552430" y="7915910"/>
                  <a:pt x="10472420" y="7829550"/>
                  <a:pt x="10403840" y="7738110"/>
                </a:cubicBezTo>
                <a:cubicBezTo>
                  <a:pt x="10335260" y="7646670"/>
                  <a:pt x="10265410" y="7550150"/>
                  <a:pt x="10223500" y="7449820"/>
                </a:cubicBezTo>
                <a:cubicBezTo>
                  <a:pt x="10180320" y="7348220"/>
                  <a:pt x="10147300" y="7237730"/>
                  <a:pt x="10149840" y="7132320"/>
                </a:cubicBezTo>
                <a:cubicBezTo>
                  <a:pt x="10153650" y="7026910"/>
                  <a:pt x="10184130" y="6915150"/>
                  <a:pt x="10241280" y="6817360"/>
                </a:cubicBezTo>
                <a:cubicBezTo>
                  <a:pt x="10297160" y="6720840"/>
                  <a:pt x="10392410" y="6629400"/>
                  <a:pt x="10491470" y="6551930"/>
                </a:cubicBezTo>
                <a:cubicBezTo>
                  <a:pt x="10589260" y="6475730"/>
                  <a:pt x="10716260" y="6414770"/>
                  <a:pt x="10828020" y="6358890"/>
                </a:cubicBezTo>
                <a:cubicBezTo>
                  <a:pt x="10941050" y="6303010"/>
                  <a:pt x="11060430" y="6263640"/>
                  <a:pt x="11167110" y="6219190"/>
                </a:cubicBezTo>
                <a:cubicBezTo>
                  <a:pt x="11273790" y="6173470"/>
                  <a:pt x="11370310" y="6134100"/>
                  <a:pt x="11468100" y="6089650"/>
                </a:cubicBezTo>
                <a:cubicBezTo>
                  <a:pt x="11567160" y="6045200"/>
                  <a:pt x="11656060" y="5996940"/>
                  <a:pt x="11757660" y="5952490"/>
                </a:cubicBezTo>
                <a:cubicBezTo>
                  <a:pt x="11857990" y="5908040"/>
                  <a:pt x="11960860" y="5859780"/>
                  <a:pt x="12075160" y="5824220"/>
                </a:cubicBezTo>
                <a:cubicBezTo>
                  <a:pt x="12188190" y="5788660"/>
                  <a:pt x="12310110" y="5758180"/>
                  <a:pt x="12435840" y="5739130"/>
                </a:cubicBezTo>
                <a:cubicBezTo>
                  <a:pt x="12561570" y="5721350"/>
                  <a:pt x="12694920" y="5713730"/>
                  <a:pt x="12828270" y="5713730"/>
                </a:cubicBezTo>
                <a:cubicBezTo>
                  <a:pt x="12961620" y="5713730"/>
                  <a:pt x="13097510" y="5723890"/>
                  <a:pt x="13235940" y="5740400"/>
                </a:cubicBezTo>
                <a:cubicBezTo>
                  <a:pt x="13374370" y="5758180"/>
                  <a:pt x="13517880" y="5779770"/>
                  <a:pt x="13658850" y="5815330"/>
                </a:cubicBezTo>
                <a:cubicBezTo>
                  <a:pt x="13798550" y="5849620"/>
                  <a:pt x="13945870" y="5891530"/>
                  <a:pt x="14079220" y="5949950"/>
                </a:cubicBezTo>
                <a:cubicBezTo>
                  <a:pt x="14211300" y="6007100"/>
                  <a:pt x="14344650" y="6078220"/>
                  <a:pt x="14452600" y="6162040"/>
                </a:cubicBezTo>
                <a:cubicBezTo>
                  <a:pt x="14559280" y="6245860"/>
                  <a:pt x="14651990" y="6347460"/>
                  <a:pt x="14720570" y="6451600"/>
                </a:cubicBezTo>
                <a:cubicBezTo>
                  <a:pt x="14787880" y="6554470"/>
                  <a:pt x="14828520" y="6671310"/>
                  <a:pt x="14857730" y="6785610"/>
                </a:cubicBezTo>
                <a:cubicBezTo>
                  <a:pt x="14886940" y="6898640"/>
                  <a:pt x="14892020" y="7016750"/>
                  <a:pt x="14893290" y="7132320"/>
                </a:cubicBezTo>
                <a:close/>
                <a:moveTo>
                  <a:pt x="15193010" y="7132320"/>
                </a:moveTo>
                <a:cubicBezTo>
                  <a:pt x="15200630" y="7263130"/>
                  <a:pt x="15203170" y="7393940"/>
                  <a:pt x="15191740" y="7527290"/>
                </a:cubicBezTo>
                <a:cubicBezTo>
                  <a:pt x="15180310" y="7660640"/>
                  <a:pt x="15166340" y="7800340"/>
                  <a:pt x="15121890" y="7933690"/>
                </a:cubicBezTo>
                <a:cubicBezTo>
                  <a:pt x="15077440" y="8067040"/>
                  <a:pt x="15017750" y="8208010"/>
                  <a:pt x="14923770" y="8328660"/>
                </a:cubicBezTo>
                <a:cubicBezTo>
                  <a:pt x="14828520" y="8450580"/>
                  <a:pt x="14701520" y="8568690"/>
                  <a:pt x="14556740" y="8660130"/>
                </a:cubicBezTo>
                <a:cubicBezTo>
                  <a:pt x="14411960" y="8750300"/>
                  <a:pt x="14231620" y="8823960"/>
                  <a:pt x="14053820" y="8876030"/>
                </a:cubicBezTo>
                <a:cubicBezTo>
                  <a:pt x="13877290" y="8928100"/>
                  <a:pt x="13679170" y="8954770"/>
                  <a:pt x="13495020" y="8973820"/>
                </a:cubicBezTo>
                <a:cubicBezTo>
                  <a:pt x="13310870" y="8992870"/>
                  <a:pt x="13125450" y="8991600"/>
                  <a:pt x="12948920" y="8989060"/>
                </a:cubicBezTo>
                <a:cubicBezTo>
                  <a:pt x="12772390" y="8986520"/>
                  <a:pt x="12602210" y="8976360"/>
                  <a:pt x="12435840" y="8961120"/>
                </a:cubicBezTo>
                <a:cubicBezTo>
                  <a:pt x="12269470" y="8944610"/>
                  <a:pt x="12106910" y="8925560"/>
                  <a:pt x="11948160" y="8895080"/>
                </a:cubicBezTo>
                <a:cubicBezTo>
                  <a:pt x="11790680" y="8864600"/>
                  <a:pt x="11635740" y="8826500"/>
                  <a:pt x="11489690" y="8775700"/>
                </a:cubicBezTo>
                <a:cubicBezTo>
                  <a:pt x="11344910" y="8726170"/>
                  <a:pt x="11206480" y="8662670"/>
                  <a:pt x="11078210" y="8595360"/>
                </a:cubicBezTo>
                <a:cubicBezTo>
                  <a:pt x="10951210" y="8526780"/>
                  <a:pt x="10834370" y="8446770"/>
                  <a:pt x="10723880" y="8365490"/>
                </a:cubicBezTo>
                <a:cubicBezTo>
                  <a:pt x="10612120" y="8284210"/>
                  <a:pt x="10509250" y="8197850"/>
                  <a:pt x="10411460" y="8106410"/>
                </a:cubicBezTo>
                <a:cubicBezTo>
                  <a:pt x="10313670" y="8014970"/>
                  <a:pt x="10215880" y="7920990"/>
                  <a:pt x="10137140" y="7818120"/>
                </a:cubicBezTo>
                <a:cubicBezTo>
                  <a:pt x="10058400" y="7715250"/>
                  <a:pt x="9979660" y="7604760"/>
                  <a:pt x="9937750" y="7490460"/>
                </a:cubicBezTo>
                <a:cubicBezTo>
                  <a:pt x="9895840" y="7376160"/>
                  <a:pt x="9871710" y="7249160"/>
                  <a:pt x="9886950" y="7132320"/>
                </a:cubicBezTo>
                <a:cubicBezTo>
                  <a:pt x="9900920" y="7015480"/>
                  <a:pt x="9954260" y="6892290"/>
                  <a:pt x="10027920" y="6786880"/>
                </a:cubicBezTo>
                <a:cubicBezTo>
                  <a:pt x="10101580" y="6682740"/>
                  <a:pt x="10218420" y="6586220"/>
                  <a:pt x="10330180" y="6504940"/>
                </a:cubicBezTo>
                <a:cubicBezTo>
                  <a:pt x="10441940" y="6422390"/>
                  <a:pt x="10577830" y="6357620"/>
                  <a:pt x="10695940" y="6295390"/>
                </a:cubicBezTo>
                <a:cubicBezTo>
                  <a:pt x="10815320" y="6233160"/>
                  <a:pt x="10932160" y="6183630"/>
                  <a:pt x="11041380" y="6129020"/>
                </a:cubicBezTo>
                <a:cubicBezTo>
                  <a:pt x="11150600" y="6073140"/>
                  <a:pt x="11247120" y="6018530"/>
                  <a:pt x="11349990" y="5962650"/>
                </a:cubicBezTo>
                <a:cubicBezTo>
                  <a:pt x="11454130" y="5905500"/>
                  <a:pt x="11551920" y="5843270"/>
                  <a:pt x="11663680" y="5789930"/>
                </a:cubicBezTo>
                <a:cubicBezTo>
                  <a:pt x="11775440" y="5736590"/>
                  <a:pt x="11894820" y="5680710"/>
                  <a:pt x="12024360" y="5641340"/>
                </a:cubicBezTo>
                <a:cubicBezTo>
                  <a:pt x="12152630" y="5600700"/>
                  <a:pt x="12292330" y="5567680"/>
                  <a:pt x="12435840" y="5547360"/>
                </a:cubicBezTo>
                <a:cubicBezTo>
                  <a:pt x="12579350" y="5527040"/>
                  <a:pt x="12729210" y="5519420"/>
                  <a:pt x="12881610" y="5519420"/>
                </a:cubicBezTo>
                <a:cubicBezTo>
                  <a:pt x="13034010" y="5518150"/>
                  <a:pt x="13190220" y="5525770"/>
                  <a:pt x="13350240" y="5543550"/>
                </a:cubicBezTo>
                <a:cubicBezTo>
                  <a:pt x="13508990" y="5561330"/>
                  <a:pt x="13675360" y="5584190"/>
                  <a:pt x="13835380" y="5623560"/>
                </a:cubicBezTo>
                <a:cubicBezTo>
                  <a:pt x="13995400" y="5664200"/>
                  <a:pt x="14164310" y="5713730"/>
                  <a:pt x="14311630" y="5781040"/>
                </a:cubicBezTo>
                <a:cubicBezTo>
                  <a:pt x="14458950" y="5849620"/>
                  <a:pt x="14603730" y="5935980"/>
                  <a:pt x="14718030" y="6035040"/>
                </a:cubicBezTo>
                <a:cubicBezTo>
                  <a:pt x="14832330" y="6132830"/>
                  <a:pt x="14926310" y="6249670"/>
                  <a:pt x="14996160" y="6369050"/>
                </a:cubicBezTo>
                <a:cubicBezTo>
                  <a:pt x="15067280" y="6487160"/>
                  <a:pt x="15107920" y="6617970"/>
                  <a:pt x="15140940" y="6744970"/>
                </a:cubicBezTo>
                <a:cubicBezTo>
                  <a:pt x="15172690" y="6871970"/>
                  <a:pt x="15184120" y="7001510"/>
                  <a:pt x="15193010" y="7132320"/>
                </a:cubicBezTo>
                <a:close/>
                <a:moveTo>
                  <a:pt x="15502890" y="7132320"/>
                </a:moveTo>
                <a:cubicBezTo>
                  <a:pt x="15520670" y="7277100"/>
                  <a:pt x="15534640" y="7425690"/>
                  <a:pt x="15525750" y="7575550"/>
                </a:cubicBezTo>
                <a:cubicBezTo>
                  <a:pt x="15518130" y="7724140"/>
                  <a:pt x="15504160" y="7882890"/>
                  <a:pt x="15449550" y="8031480"/>
                </a:cubicBezTo>
                <a:cubicBezTo>
                  <a:pt x="15396210" y="8178800"/>
                  <a:pt x="15317470" y="8333740"/>
                  <a:pt x="15203170" y="8463280"/>
                </a:cubicBezTo>
                <a:cubicBezTo>
                  <a:pt x="15088870" y="8592820"/>
                  <a:pt x="14932660" y="8714740"/>
                  <a:pt x="14763750" y="8808720"/>
                </a:cubicBezTo>
                <a:cubicBezTo>
                  <a:pt x="14596110" y="8902700"/>
                  <a:pt x="14390370" y="8972550"/>
                  <a:pt x="14193520" y="9025890"/>
                </a:cubicBezTo>
                <a:cubicBezTo>
                  <a:pt x="13996670" y="9079230"/>
                  <a:pt x="13782040" y="9104630"/>
                  <a:pt x="13582650" y="9126220"/>
                </a:cubicBezTo>
                <a:cubicBezTo>
                  <a:pt x="13383260" y="9147810"/>
                  <a:pt x="13185140" y="9151620"/>
                  <a:pt x="12994640" y="9154160"/>
                </a:cubicBezTo>
                <a:cubicBezTo>
                  <a:pt x="12802870" y="9155430"/>
                  <a:pt x="12618720" y="9151620"/>
                  <a:pt x="12435840" y="9138920"/>
                </a:cubicBezTo>
                <a:cubicBezTo>
                  <a:pt x="12252960" y="9126220"/>
                  <a:pt x="12072620" y="9108440"/>
                  <a:pt x="11898630" y="9075420"/>
                </a:cubicBezTo>
                <a:cubicBezTo>
                  <a:pt x="11725910" y="9042400"/>
                  <a:pt x="11553190" y="8999220"/>
                  <a:pt x="11393170" y="8943340"/>
                </a:cubicBezTo>
                <a:cubicBezTo>
                  <a:pt x="11234420" y="8888730"/>
                  <a:pt x="11083290" y="8817610"/>
                  <a:pt x="10941050" y="8743950"/>
                </a:cubicBezTo>
                <a:cubicBezTo>
                  <a:pt x="10798810" y="8669020"/>
                  <a:pt x="10668000" y="8583930"/>
                  <a:pt x="10541000" y="8496300"/>
                </a:cubicBezTo>
                <a:cubicBezTo>
                  <a:pt x="10414000" y="8408670"/>
                  <a:pt x="10292080" y="8317230"/>
                  <a:pt x="10179050" y="8218170"/>
                </a:cubicBezTo>
                <a:cubicBezTo>
                  <a:pt x="10066020" y="8117840"/>
                  <a:pt x="9951720" y="8013700"/>
                  <a:pt x="9864090" y="7899400"/>
                </a:cubicBezTo>
                <a:cubicBezTo>
                  <a:pt x="9777730" y="7785100"/>
                  <a:pt x="9696450" y="7658100"/>
                  <a:pt x="9659620" y="7529830"/>
                </a:cubicBezTo>
                <a:cubicBezTo>
                  <a:pt x="9622790" y="7401560"/>
                  <a:pt x="9612630" y="7260590"/>
                  <a:pt x="9643110" y="7132320"/>
                </a:cubicBezTo>
                <a:cubicBezTo>
                  <a:pt x="9673590" y="7004050"/>
                  <a:pt x="9751060" y="6871970"/>
                  <a:pt x="9841230" y="6760210"/>
                </a:cubicBezTo>
                <a:cubicBezTo>
                  <a:pt x="9932670" y="6648450"/>
                  <a:pt x="10066020" y="6549390"/>
                  <a:pt x="10186670" y="6461760"/>
                </a:cubicBezTo>
                <a:cubicBezTo>
                  <a:pt x="10307320" y="6374130"/>
                  <a:pt x="10445750" y="6304280"/>
                  <a:pt x="10566400" y="6233160"/>
                </a:cubicBezTo>
                <a:cubicBezTo>
                  <a:pt x="10685780" y="6160770"/>
                  <a:pt x="10798810" y="6099810"/>
                  <a:pt x="10908030" y="6032500"/>
                </a:cubicBezTo>
                <a:cubicBezTo>
                  <a:pt x="11017250" y="5963920"/>
                  <a:pt x="11112500" y="5894070"/>
                  <a:pt x="11222990" y="5825490"/>
                </a:cubicBezTo>
                <a:cubicBezTo>
                  <a:pt x="11332210" y="5755640"/>
                  <a:pt x="11440160" y="5680710"/>
                  <a:pt x="11564620" y="5618480"/>
                </a:cubicBezTo>
                <a:cubicBezTo>
                  <a:pt x="11690350" y="5556250"/>
                  <a:pt x="11826240" y="5496560"/>
                  <a:pt x="11972290" y="5452110"/>
                </a:cubicBezTo>
                <a:cubicBezTo>
                  <a:pt x="12117070" y="5407660"/>
                  <a:pt x="12274550" y="5374640"/>
                  <a:pt x="12435840" y="5351780"/>
                </a:cubicBezTo>
                <a:cubicBezTo>
                  <a:pt x="12597130" y="5328920"/>
                  <a:pt x="12764770" y="5318760"/>
                  <a:pt x="12937490" y="5316220"/>
                </a:cubicBezTo>
                <a:cubicBezTo>
                  <a:pt x="13110210" y="5313680"/>
                  <a:pt x="13288010" y="5318760"/>
                  <a:pt x="13468350" y="5336540"/>
                </a:cubicBezTo>
                <a:cubicBezTo>
                  <a:pt x="13648690" y="5354320"/>
                  <a:pt x="13840460" y="5379720"/>
                  <a:pt x="14019530" y="5425440"/>
                </a:cubicBezTo>
                <a:cubicBezTo>
                  <a:pt x="14199870" y="5471160"/>
                  <a:pt x="14387830" y="5532120"/>
                  <a:pt x="14546580" y="5612130"/>
                </a:cubicBezTo>
                <a:cubicBezTo>
                  <a:pt x="14706600" y="5693410"/>
                  <a:pt x="14859000" y="5796280"/>
                  <a:pt x="14978380" y="5909310"/>
                </a:cubicBezTo>
                <a:cubicBezTo>
                  <a:pt x="15099030" y="6021070"/>
                  <a:pt x="15191740" y="6155690"/>
                  <a:pt x="15266670" y="6287770"/>
                </a:cubicBezTo>
                <a:cubicBezTo>
                  <a:pt x="15340330" y="6421120"/>
                  <a:pt x="15384780" y="6563360"/>
                  <a:pt x="15424150" y="6704330"/>
                </a:cubicBezTo>
                <a:cubicBezTo>
                  <a:pt x="15463520" y="6845300"/>
                  <a:pt x="15486380" y="6987540"/>
                  <a:pt x="15502890" y="7132320"/>
                </a:cubicBezTo>
                <a:close/>
                <a:moveTo>
                  <a:pt x="15829280" y="7132320"/>
                </a:moveTo>
                <a:cubicBezTo>
                  <a:pt x="15855950" y="7292340"/>
                  <a:pt x="15882620" y="7458710"/>
                  <a:pt x="15873730" y="7625080"/>
                </a:cubicBezTo>
                <a:cubicBezTo>
                  <a:pt x="15864840" y="7790180"/>
                  <a:pt x="15844520" y="7967980"/>
                  <a:pt x="15777210" y="8129270"/>
                </a:cubicBezTo>
                <a:cubicBezTo>
                  <a:pt x="15709900" y="8290560"/>
                  <a:pt x="15605760" y="8455660"/>
                  <a:pt x="15468600" y="8591550"/>
                </a:cubicBezTo>
                <a:cubicBezTo>
                  <a:pt x="15331440" y="8727440"/>
                  <a:pt x="15146020" y="8850630"/>
                  <a:pt x="14954250" y="8945880"/>
                </a:cubicBezTo>
                <a:cubicBezTo>
                  <a:pt x="14763750" y="9041130"/>
                  <a:pt x="14536420" y="9109710"/>
                  <a:pt x="14321790" y="9164320"/>
                </a:cubicBezTo>
                <a:cubicBezTo>
                  <a:pt x="14107160" y="9218930"/>
                  <a:pt x="13881100" y="9248140"/>
                  <a:pt x="13667740" y="9273540"/>
                </a:cubicBezTo>
                <a:cubicBezTo>
                  <a:pt x="13454380" y="9298940"/>
                  <a:pt x="13244830" y="9311640"/>
                  <a:pt x="13040360" y="9319260"/>
                </a:cubicBezTo>
                <a:cubicBezTo>
                  <a:pt x="12834620" y="9326880"/>
                  <a:pt x="12633960" y="9329420"/>
                  <a:pt x="12435840" y="9319260"/>
                </a:cubicBezTo>
                <a:cubicBezTo>
                  <a:pt x="12237720" y="9307830"/>
                  <a:pt x="12039600" y="9288780"/>
                  <a:pt x="11849100" y="9254490"/>
                </a:cubicBezTo>
                <a:cubicBezTo>
                  <a:pt x="11659870" y="9218930"/>
                  <a:pt x="11473180" y="9169400"/>
                  <a:pt x="11299190" y="9108440"/>
                </a:cubicBezTo>
                <a:cubicBezTo>
                  <a:pt x="11123930" y="9048750"/>
                  <a:pt x="10960100" y="8972550"/>
                  <a:pt x="10801350" y="8893810"/>
                </a:cubicBezTo>
                <a:cubicBezTo>
                  <a:pt x="10643870" y="8813800"/>
                  <a:pt x="10495280" y="8726170"/>
                  <a:pt x="10351770" y="8633460"/>
                </a:cubicBezTo>
                <a:cubicBezTo>
                  <a:pt x="10208260" y="8539480"/>
                  <a:pt x="10064750" y="8442960"/>
                  <a:pt x="9937750" y="8333740"/>
                </a:cubicBezTo>
                <a:cubicBezTo>
                  <a:pt x="9810750" y="8225790"/>
                  <a:pt x="9679940" y="8108950"/>
                  <a:pt x="9589770" y="7980680"/>
                </a:cubicBezTo>
                <a:cubicBezTo>
                  <a:pt x="9499600" y="7853680"/>
                  <a:pt x="9420860" y="7708900"/>
                  <a:pt x="9394190" y="7567930"/>
                </a:cubicBezTo>
                <a:cubicBezTo>
                  <a:pt x="9366250" y="7426960"/>
                  <a:pt x="9378950" y="7270750"/>
                  <a:pt x="9425940" y="7132320"/>
                </a:cubicBezTo>
                <a:cubicBezTo>
                  <a:pt x="9474200" y="6993890"/>
                  <a:pt x="9575800" y="6855460"/>
                  <a:pt x="9679940" y="6737350"/>
                </a:cubicBezTo>
                <a:cubicBezTo>
                  <a:pt x="9785350" y="6619240"/>
                  <a:pt x="9928860" y="6517640"/>
                  <a:pt x="10054590" y="6422390"/>
                </a:cubicBezTo>
                <a:cubicBezTo>
                  <a:pt x="10180320" y="6327140"/>
                  <a:pt x="10313670" y="6250940"/>
                  <a:pt x="10431780" y="6168390"/>
                </a:cubicBezTo>
                <a:cubicBezTo>
                  <a:pt x="10548620" y="6085840"/>
                  <a:pt x="10654030" y="6009640"/>
                  <a:pt x="10761980" y="5927090"/>
                </a:cubicBezTo>
                <a:cubicBezTo>
                  <a:pt x="10871200" y="5845810"/>
                  <a:pt x="10968990" y="5758180"/>
                  <a:pt x="11085830" y="5678170"/>
                </a:cubicBezTo>
                <a:cubicBezTo>
                  <a:pt x="11202670" y="5596890"/>
                  <a:pt x="11324590" y="5510530"/>
                  <a:pt x="11463020" y="5441950"/>
                </a:cubicBezTo>
                <a:cubicBezTo>
                  <a:pt x="11601450" y="5372100"/>
                  <a:pt x="11756390" y="5308600"/>
                  <a:pt x="11918950" y="5260340"/>
                </a:cubicBezTo>
                <a:cubicBezTo>
                  <a:pt x="12080240" y="5210810"/>
                  <a:pt x="12256770" y="5176520"/>
                  <a:pt x="12435840" y="5149850"/>
                </a:cubicBezTo>
                <a:cubicBezTo>
                  <a:pt x="12614910" y="5124450"/>
                  <a:pt x="12802870" y="5109210"/>
                  <a:pt x="12995910" y="5104130"/>
                </a:cubicBezTo>
                <a:cubicBezTo>
                  <a:pt x="13188950" y="5099050"/>
                  <a:pt x="13392150" y="5099050"/>
                  <a:pt x="13594080" y="5119370"/>
                </a:cubicBezTo>
                <a:cubicBezTo>
                  <a:pt x="13796010" y="5138420"/>
                  <a:pt x="14011910" y="5167630"/>
                  <a:pt x="14208760" y="5220970"/>
                </a:cubicBezTo>
                <a:cubicBezTo>
                  <a:pt x="14406880" y="5275580"/>
                  <a:pt x="14610080" y="5349240"/>
                  <a:pt x="14780260" y="5444490"/>
                </a:cubicBezTo>
                <a:cubicBezTo>
                  <a:pt x="14951710" y="5538470"/>
                  <a:pt x="15106650" y="5659120"/>
                  <a:pt x="15232380" y="5787390"/>
                </a:cubicBezTo>
                <a:cubicBezTo>
                  <a:pt x="15356840" y="5914390"/>
                  <a:pt x="15450820" y="6062980"/>
                  <a:pt x="15530830" y="6209030"/>
                </a:cubicBezTo>
                <a:cubicBezTo>
                  <a:pt x="15612110" y="6355080"/>
                  <a:pt x="15664180" y="6508750"/>
                  <a:pt x="15713710" y="6662420"/>
                </a:cubicBezTo>
                <a:cubicBezTo>
                  <a:pt x="15763240" y="6817360"/>
                  <a:pt x="15802610" y="6972300"/>
                  <a:pt x="15829280" y="7132320"/>
                </a:cubicBezTo>
                <a:close/>
                <a:moveTo>
                  <a:pt x="16172180" y="7132320"/>
                </a:moveTo>
                <a:cubicBezTo>
                  <a:pt x="16207740" y="7308850"/>
                  <a:pt x="16242030" y="7494270"/>
                  <a:pt x="16230600" y="7675880"/>
                </a:cubicBezTo>
                <a:cubicBezTo>
                  <a:pt x="16217900" y="7857490"/>
                  <a:pt x="16182340" y="8051800"/>
                  <a:pt x="16097250" y="8224520"/>
                </a:cubicBezTo>
                <a:cubicBezTo>
                  <a:pt x="16012160" y="8397240"/>
                  <a:pt x="15877540" y="8569960"/>
                  <a:pt x="15716250" y="8710930"/>
                </a:cubicBezTo>
                <a:cubicBezTo>
                  <a:pt x="15554960" y="8851900"/>
                  <a:pt x="15340330" y="8973820"/>
                  <a:pt x="15128240" y="9070340"/>
                </a:cubicBezTo>
                <a:cubicBezTo>
                  <a:pt x="14916150" y="9168130"/>
                  <a:pt x="14671040" y="9236710"/>
                  <a:pt x="14442440" y="9293860"/>
                </a:cubicBezTo>
                <a:cubicBezTo>
                  <a:pt x="14212570" y="9352280"/>
                  <a:pt x="13977620" y="9387840"/>
                  <a:pt x="13751560" y="9419590"/>
                </a:cubicBezTo>
                <a:cubicBezTo>
                  <a:pt x="13525500" y="9452610"/>
                  <a:pt x="13305790" y="9475470"/>
                  <a:pt x="13087350" y="9488170"/>
                </a:cubicBezTo>
                <a:cubicBezTo>
                  <a:pt x="12867640" y="9502140"/>
                  <a:pt x="12650470" y="9509760"/>
                  <a:pt x="12435840" y="9499600"/>
                </a:cubicBezTo>
                <a:cubicBezTo>
                  <a:pt x="12221210" y="9490710"/>
                  <a:pt x="12006580" y="9469120"/>
                  <a:pt x="11800840" y="9431020"/>
                </a:cubicBezTo>
                <a:cubicBezTo>
                  <a:pt x="11595100" y="9392920"/>
                  <a:pt x="11394440" y="9337040"/>
                  <a:pt x="11205210" y="9272270"/>
                </a:cubicBezTo>
                <a:cubicBezTo>
                  <a:pt x="11014710" y="9208770"/>
                  <a:pt x="10835640" y="9128760"/>
                  <a:pt x="10660380" y="9046210"/>
                </a:cubicBezTo>
                <a:cubicBezTo>
                  <a:pt x="10485120" y="8962390"/>
                  <a:pt x="10316210" y="8873490"/>
                  <a:pt x="10154920" y="8774430"/>
                </a:cubicBezTo>
                <a:cubicBezTo>
                  <a:pt x="9992360" y="8676640"/>
                  <a:pt x="9827260" y="8572500"/>
                  <a:pt x="9688830" y="8454390"/>
                </a:cubicBezTo>
                <a:cubicBezTo>
                  <a:pt x="9549130" y="8335010"/>
                  <a:pt x="9409430" y="8202930"/>
                  <a:pt x="9319260" y="8061960"/>
                </a:cubicBezTo>
                <a:cubicBezTo>
                  <a:pt x="9230360" y="7919720"/>
                  <a:pt x="9163050" y="7757160"/>
                  <a:pt x="9150350" y="7603490"/>
                </a:cubicBezTo>
                <a:cubicBezTo>
                  <a:pt x="9136380" y="7448550"/>
                  <a:pt x="9174480" y="7279640"/>
                  <a:pt x="9239250" y="7132320"/>
                </a:cubicBezTo>
                <a:cubicBezTo>
                  <a:pt x="9304020" y="6985000"/>
                  <a:pt x="9425940" y="6842760"/>
                  <a:pt x="9540240" y="6718300"/>
                </a:cubicBezTo>
                <a:cubicBezTo>
                  <a:pt x="9654540" y="6592570"/>
                  <a:pt x="9801860" y="6487160"/>
                  <a:pt x="9926320" y="6384290"/>
                </a:cubicBezTo>
                <a:cubicBezTo>
                  <a:pt x="10049510" y="6280150"/>
                  <a:pt x="10172700" y="6192520"/>
                  <a:pt x="10285730" y="6097270"/>
                </a:cubicBezTo>
                <a:cubicBezTo>
                  <a:pt x="10398760" y="6002020"/>
                  <a:pt x="10494010" y="5909310"/>
                  <a:pt x="10603230" y="5812790"/>
                </a:cubicBezTo>
                <a:cubicBezTo>
                  <a:pt x="10712450" y="5716270"/>
                  <a:pt x="10815320" y="5613400"/>
                  <a:pt x="10941050" y="5520690"/>
                </a:cubicBezTo>
                <a:cubicBezTo>
                  <a:pt x="11066780" y="5429250"/>
                  <a:pt x="11203940" y="5335270"/>
                  <a:pt x="11357610" y="5259070"/>
                </a:cubicBezTo>
                <a:cubicBezTo>
                  <a:pt x="11512550" y="5182870"/>
                  <a:pt x="11685270" y="5116830"/>
                  <a:pt x="11864340" y="5063490"/>
                </a:cubicBezTo>
                <a:cubicBezTo>
                  <a:pt x="12043410" y="5010150"/>
                  <a:pt x="12236450" y="4970780"/>
                  <a:pt x="12435840" y="4940300"/>
                </a:cubicBezTo>
                <a:cubicBezTo>
                  <a:pt x="12635230" y="4909820"/>
                  <a:pt x="12843510" y="4888230"/>
                  <a:pt x="13058140" y="4880610"/>
                </a:cubicBezTo>
                <a:cubicBezTo>
                  <a:pt x="13272770" y="4871720"/>
                  <a:pt x="13501370" y="4869180"/>
                  <a:pt x="13724890" y="4892040"/>
                </a:cubicBezTo>
                <a:cubicBezTo>
                  <a:pt x="13948410" y="4914900"/>
                  <a:pt x="14187170" y="4950460"/>
                  <a:pt x="14400530" y="5015230"/>
                </a:cubicBezTo>
                <a:cubicBezTo>
                  <a:pt x="14615160" y="5080000"/>
                  <a:pt x="14829790" y="5170170"/>
                  <a:pt x="15008860" y="5279390"/>
                </a:cubicBezTo>
                <a:cubicBezTo>
                  <a:pt x="15189200" y="5388610"/>
                  <a:pt x="15346680" y="5527040"/>
                  <a:pt x="15477490" y="5669280"/>
                </a:cubicBezTo>
                <a:cubicBezTo>
                  <a:pt x="15608300" y="5811520"/>
                  <a:pt x="15706090" y="5971540"/>
                  <a:pt x="15794990" y="6130290"/>
                </a:cubicBezTo>
                <a:cubicBezTo>
                  <a:pt x="15885160" y="6289040"/>
                  <a:pt x="15951200" y="6452870"/>
                  <a:pt x="16014700" y="6619240"/>
                </a:cubicBezTo>
                <a:cubicBezTo>
                  <a:pt x="16076930" y="6786880"/>
                  <a:pt x="16135350" y="6955790"/>
                  <a:pt x="16172180" y="7132320"/>
                </a:cubicBezTo>
                <a:close/>
              </a:path>
            </a:pathLst>
          </a:custGeom>
          <a:noFill/>
          <a:ln w="9525">
            <a:solidFill>
              <a:schemeClr val="tx1">
                <a:alpha val="5000"/>
              </a:schemeClr>
            </a:solidFill>
            <a:prstDash val="solid"/>
            <a:round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Decoration"/>
          <p:cNvSpPr/>
          <p:nvPr/>
        </p:nvSpPr>
        <p:spPr>
          <a:xfrm>
            <a:off x="942340" y="1563624"/>
            <a:ext cx="558800" cy="381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53440" y="514350"/>
            <a:ext cx="10485120" cy="960120"/>
          </a:xfrm>
        </p:spPr>
        <p:txBody>
          <a:bodyPr wrap="square" lIns="91440" tIns="45720" rIns="91440" bIns="45720" anchor="b" rtlCol="0">
            <a:normAutofit/>
          </a:bodyPr>
          <a:lstStyle>
            <a:lvl1pPr marL="0" indent="0" algn="l">
              <a:buNone/>
              <a:defRPr sz="4000" b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53440" y="6426200"/>
            <a:ext cx="2682240" cy="279400"/>
          </a:xfrm>
        </p:spPr>
        <p:txBody>
          <a:bodyPr lIns="0" tIns="0" rIns="0" bIns="0" anchor="t"/>
          <a:lstStyle>
            <a:lvl1pPr algn="l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l"/>
            <a:fld id="{00D9BFA9-3D43-DF84-A5D8-3A33A4A10B34}" type="datetime1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10/14/2026</a:t>
            </a:fld>
            <a:endParaRPr lang="en-US" sz="105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657600" y="6426200"/>
            <a:ext cx="4876800" cy="279400"/>
          </a:xfrm>
        </p:spPr>
        <p:txBody>
          <a:bodyPr lIns="0" tIns="0" rIns="0" bIns="0" anchor="t"/>
          <a:lstStyle>
            <a:lvl1pPr algn="ct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ctr"/>
            <a:endParaRPr lang="en-US" sz="105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56320" y="6426200"/>
            <a:ext cx="2682240" cy="279400"/>
          </a:xfrm>
        </p:spPr>
        <p:txBody>
          <a:bodyPr lIns="0" tIns="0" rIns="0" bIns="0" anchor="t"/>
          <a:lstStyle>
            <a:lvl1pPr algn="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r"/>
            <a:fld id="{02A7CE08-F888-1282-A9A3-345ADB1AF12D}" type="slidenum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05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 flip="none" rotWithShape="1">
          <a:gsLst>
            <a:gs pos="0">
              <a:schemeClr val="bg2"/>
            </a:gs>
            <a:gs pos="45000">
              <a:schemeClr val="bg1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"/>
          <p:cNvSpPr/>
          <p:nvPr/>
        </p:nvSpPr>
        <p:spPr>
          <a:xfrm>
            <a:off x="-2926080" y="-4937760"/>
            <a:ext cx="8046720" cy="804672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16000"/>
                </a:schemeClr>
              </a:gs>
              <a:gs pos="37400">
                <a:schemeClr val="accent1">
                  <a:alpha val="7200"/>
                </a:scheme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Decoration"/>
          <p:cNvSpPr/>
          <p:nvPr/>
        </p:nvSpPr>
        <p:spPr>
          <a:xfrm>
            <a:off x="8046720" y="-5486400"/>
            <a:ext cx="7559040" cy="7559040"/>
          </a:xfrm>
          <a:prstGeom prst="ellipse">
            <a:avLst/>
          </a:prstGeom>
          <a:gradFill flip="none" rotWithShape="1">
            <a:gsLst>
              <a:gs pos="0">
                <a:schemeClr val="accent2">
                  <a:alpha val="13000"/>
                </a:schemeClr>
              </a:gs>
              <a:gs pos="37400">
                <a:schemeClr val="accent2">
                  <a:alpha val="5850"/>
                </a:schemeClr>
              </a:gs>
              <a:gs pos="68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Decoration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833350" y="7132320"/>
                </a:moveTo>
                <a:cubicBezTo>
                  <a:pt x="12837160" y="7150100"/>
                  <a:pt x="12835890" y="7170420"/>
                  <a:pt x="12832080" y="7189470"/>
                </a:cubicBezTo>
                <a:cubicBezTo>
                  <a:pt x="12827000" y="7207250"/>
                  <a:pt x="12818110" y="7226300"/>
                  <a:pt x="12807950" y="7242810"/>
                </a:cubicBezTo>
                <a:cubicBezTo>
                  <a:pt x="12796520" y="7260590"/>
                  <a:pt x="12783820" y="7277100"/>
                  <a:pt x="12768580" y="7292340"/>
                </a:cubicBezTo>
                <a:cubicBezTo>
                  <a:pt x="12754610" y="7308850"/>
                  <a:pt x="12739370" y="7324090"/>
                  <a:pt x="12722860" y="7339330"/>
                </a:cubicBezTo>
                <a:cubicBezTo>
                  <a:pt x="12706350" y="7354570"/>
                  <a:pt x="12688570" y="7369810"/>
                  <a:pt x="12669520" y="7383780"/>
                </a:cubicBezTo>
                <a:cubicBezTo>
                  <a:pt x="12649200" y="7396480"/>
                  <a:pt x="12626340" y="7410450"/>
                  <a:pt x="12602210" y="7420610"/>
                </a:cubicBezTo>
                <a:cubicBezTo>
                  <a:pt x="12576810" y="7430770"/>
                  <a:pt x="12548870" y="7438390"/>
                  <a:pt x="12520930" y="7442200"/>
                </a:cubicBezTo>
                <a:cubicBezTo>
                  <a:pt x="12494260" y="7444740"/>
                  <a:pt x="12463780" y="7444740"/>
                  <a:pt x="12435840" y="7440930"/>
                </a:cubicBezTo>
                <a:cubicBezTo>
                  <a:pt x="12407900" y="7437120"/>
                  <a:pt x="12381230" y="7429500"/>
                  <a:pt x="12355830" y="7420610"/>
                </a:cubicBezTo>
                <a:cubicBezTo>
                  <a:pt x="12331700" y="7412990"/>
                  <a:pt x="12308840" y="7401560"/>
                  <a:pt x="12287250" y="7390130"/>
                </a:cubicBezTo>
                <a:cubicBezTo>
                  <a:pt x="12265660" y="7378700"/>
                  <a:pt x="12246610" y="7367270"/>
                  <a:pt x="12228830" y="7355840"/>
                </a:cubicBezTo>
                <a:cubicBezTo>
                  <a:pt x="12211050" y="7343140"/>
                  <a:pt x="12193270" y="7331710"/>
                  <a:pt x="12178030" y="7317740"/>
                </a:cubicBezTo>
                <a:cubicBezTo>
                  <a:pt x="12162790" y="7305040"/>
                  <a:pt x="12147550" y="7291070"/>
                  <a:pt x="12136120" y="7277100"/>
                </a:cubicBezTo>
                <a:cubicBezTo>
                  <a:pt x="12123420" y="7261860"/>
                  <a:pt x="12113260" y="7246620"/>
                  <a:pt x="12105640" y="7230110"/>
                </a:cubicBezTo>
                <a:cubicBezTo>
                  <a:pt x="12098020" y="7214870"/>
                  <a:pt x="12092940" y="7198360"/>
                  <a:pt x="12089130" y="7181850"/>
                </a:cubicBezTo>
                <a:cubicBezTo>
                  <a:pt x="12085320" y="7165340"/>
                  <a:pt x="12084050" y="7148830"/>
                  <a:pt x="12082780" y="7132320"/>
                </a:cubicBezTo>
                <a:cubicBezTo>
                  <a:pt x="12081510" y="7115810"/>
                  <a:pt x="12080240" y="7099300"/>
                  <a:pt x="12082780" y="7081520"/>
                </a:cubicBezTo>
                <a:cubicBezTo>
                  <a:pt x="12085320" y="7065010"/>
                  <a:pt x="12087860" y="7047230"/>
                  <a:pt x="12095480" y="7030720"/>
                </a:cubicBezTo>
                <a:cubicBezTo>
                  <a:pt x="12101830" y="7014210"/>
                  <a:pt x="12111990" y="6997700"/>
                  <a:pt x="12125960" y="6983730"/>
                </a:cubicBezTo>
                <a:cubicBezTo>
                  <a:pt x="12139930" y="6969760"/>
                  <a:pt x="12158980" y="6957060"/>
                  <a:pt x="12179300" y="6948170"/>
                </a:cubicBezTo>
                <a:cubicBezTo>
                  <a:pt x="12199620" y="6939280"/>
                  <a:pt x="12225020" y="6932930"/>
                  <a:pt x="12247880" y="6929120"/>
                </a:cubicBezTo>
                <a:cubicBezTo>
                  <a:pt x="12270740" y="6925310"/>
                  <a:pt x="12294870" y="6925310"/>
                  <a:pt x="12316460" y="6925310"/>
                </a:cubicBezTo>
                <a:cubicBezTo>
                  <a:pt x="12339320" y="6925310"/>
                  <a:pt x="12359640" y="6926580"/>
                  <a:pt x="12378690" y="6927850"/>
                </a:cubicBezTo>
                <a:cubicBezTo>
                  <a:pt x="12399010" y="6927850"/>
                  <a:pt x="12416790" y="6927850"/>
                  <a:pt x="12435840" y="6927850"/>
                </a:cubicBezTo>
                <a:cubicBezTo>
                  <a:pt x="12454890" y="6927850"/>
                  <a:pt x="12472670" y="6926580"/>
                  <a:pt x="12492990" y="6926580"/>
                </a:cubicBezTo>
                <a:cubicBezTo>
                  <a:pt x="12512040" y="6927850"/>
                  <a:pt x="12532360" y="6927850"/>
                  <a:pt x="12552680" y="6930390"/>
                </a:cubicBezTo>
                <a:cubicBezTo>
                  <a:pt x="12571730" y="6932930"/>
                  <a:pt x="12593320" y="6936740"/>
                  <a:pt x="12612370" y="6941820"/>
                </a:cubicBezTo>
                <a:cubicBezTo>
                  <a:pt x="12631420" y="6948170"/>
                  <a:pt x="12650470" y="6955790"/>
                  <a:pt x="12668250" y="6964680"/>
                </a:cubicBezTo>
                <a:cubicBezTo>
                  <a:pt x="12687300" y="6973570"/>
                  <a:pt x="12705080" y="6983730"/>
                  <a:pt x="12721590" y="6995160"/>
                </a:cubicBezTo>
                <a:cubicBezTo>
                  <a:pt x="12738100" y="7006590"/>
                  <a:pt x="12754610" y="7019290"/>
                  <a:pt x="12769850" y="7033260"/>
                </a:cubicBezTo>
                <a:cubicBezTo>
                  <a:pt x="12785090" y="7047230"/>
                  <a:pt x="12799060" y="7062470"/>
                  <a:pt x="12810490" y="7078980"/>
                </a:cubicBezTo>
                <a:cubicBezTo>
                  <a:pt x="12820650" y="7095490"/>
                  <a:pt x="12829540" y="7114540"/>
                  <a:pt x="12833350" y="7132320"/>
                </a:cubicBezTo>
                <a:close/>
                <a:moveTo>
                  <a:pt x="13130530" y="7132320"/>
                </a:moveTo>
                <a:cubicBezTo>
                  <a:pt x="13134340" y="7164070"/>
                  <a:pt x="13130530" y="7198360"/>
                  <a:pt x="13121640" y="7230110"/>
                </a:cubicBezTo>
                <a:cubicBezTo>
                  <a:pt x="13112750" y="7263130"/>
                  <a:pt x="13096240" y="7293610"/>
                  <a:pt x="13078460" y="7324090"/>
                </a:cubicBezTo>
                <a:cubicBezTo>
                  <a:pt x="13060680" y="7354570"/>
                  <a:pt x="13037820" y="7382510"/>
                  <a:pt x="13014960" y="7411720"/>
                </a:cubicBezTo>
                <a:cubicBezTo>
                  <a:pt x="12992100" y="7439660"/>
                  <a:pt x="12967970" y="7467600"/>
                  <a:pt x="12940030" y="7495540"/>
                </a:cubicBezTo>
                <a:cubicBezTo>
                  <a:pt x="12910820" y="7522210"/>
                  <a:pt x="12881610" y="7550150"/>
                  <a:pt x="12846050" y="7574280"/>
                </a:cubicBezTo>
                <a:cubicBezTo>
                  <a:pt x="12810490" y="7597140"/>
                  <a:pt x="12769850" y="7620000"/>
                  <a:pt x="12725400" y="7635240"/>
                </a:cubicBezTo>
                <a:cubicBezTo>
                  <a:pt x="12682220" y="7651750"/>
                  <a:pt x="12631420" y="7661910"/>
                  <a:pt x="12583160" y="7665720"/>
                </a:cubicBezTo>
                <a:cubicBezTo>
                  <a:pt x="12534900" y="7669530"/>
                  <a:pt x="12482830" y="7665720"/>
                  <a:pt x="12435840" y="7658100"/>
                </a:cubicBezTo>
                <a:cubicBezTo>
                  <a:pt x="12388850" y="7650480"/>
                  <a:pt x="12343130" y="7636510"/>
                  <a:pt x="12301220" y="7621270"/>
                </a:cubicBezTo>
                <a:cubicBezTo>
                  <a:pt x="12258040" y="7607300"/>
                  <a:pt x="12219940" y="7589520"/>
                  <a:pt x="12183110" y="7570470"/>
                </a:cubicBezTo>
                <a:cubicBezTo>
                  <a:pt x="12146280" y="7552690"/>
                  <a:pt x="12113260" y="7534910"/>
                  <a:pt x="12081510" y="7514590"/>
                </a:cubicBezTo>
                <a:cubicBezTo>
                  <a:pt x="12048490" y="7495540"/>
                  <a:pt x="12018010" y="7475220"/>
                  <a:pt x="11991340" y="7452360"/>
                </a:cubicBezTo>
                <a:cubicBezTo>
                  <a:pt x="11963400" y="7430770"/>
                  <a:pt x="11938000" y="7406640"/>
                  <a:pt x="11917680" y="7381240"/>
                </a:cubicBezTo>
                <a:cubicBezTo>
                  <a:pt x="11897360" y="7355840"/>
                  <a:pt x="11880850" y="7329170"/>
                  <a:pt x="11866880" y="7302500"/>
                </a:cubicBezTo>
                <a:cubicBezTo>
                  <a:pt x="11854180" y="7274560"/>
                  <a:pt x="11844020" y="7246620"/>
                  <a:pt x="11836400" y="7218680"/>
                </a:cubicBezTo>
                <a:cubicBezTo>
                  <a:pt x="11828780" y="7189470"/>
                  <a:pt x="11823700" y="7161530"/>
                  <a:pt x="11819890" y="7132320"/>
                </a:cubicBezTo>
                <a:cubicBezTo>
                  <a:pt x="11817350" y="7103110"/>
                  <a:pt x="11813540" y="7073900"/>
                  <a:pt x="11817350" y="7043420"/>
                </a:cubicBezTo>
                <a:cubicBezTo>
                  <a:pt x="11821160" y="7014210"/>
                  <a:pt x="11826240" y="6982460"/>
                  <a:pt x="11840210" y="6954520"/>
                </a:cubicBezTo>
                <a:cubicBezTo>
                  <a:pt x="11854180" y="6926580"/>
                  <a:pt x="11875770" y="6898640"/>
                  <a:pt x="11902440" y="6875780"/>
                </a:cubicBezTo>
                <a:cubicBezTo>
                  <a:pt x="11929110" y="6852920"/>
                  <a:pt x="11965940" y="6833870"/>
                  <a:pt x="12001500" y="6819900"/>
                </a:cubicBezTo>
                <a:cubicBezTo>
                  <a:pt x="12038330" y="6805930"/>
                  <a:pt x="12081510" y="6798310"/>
                  <a:pt x="12120880" y="6791960"/>
                </a:cubicBezTo>
                <a:cubicBezTo>
                  <a:pt x="12158980" y="6786880"/>
                  <a:pt x="12199620" y="6786880"/>
                  <a:pt x="12236450" y="6784340"/>
                </a:cubicBezTo>
                <a:cubicBezTo>
                  <a:pt x="12272010" y="6783070"/>
                  <a:pt x="12306300" y="6784340"/>
                  <a:pt x="12339320" y="6783070"/>
                </a:cubicBezTo>
                <a:cubicBezTo>
                  <a:pt x="12372340" y="6780530"/>
                  <a:pt x="12402820" y="6777990"/>
                  <a:pt x="12435840" y="6776720"/>
                </a:cubicBezTo>
                <a:cubicBezTo>
                  <a:pt x="12468860" y="6774180"/>
                  <a:pt x="12501880" y="6770370"/>
                  <a:pt x="12536170" y="6770370"/>
                </a:cubicBezTo>
                <a:cubicBezTo>
                  <a:pt x="12570460" y="6770370"/>
                  <a:pt x="12606020" y="6770370"/>
                  <a:pt x="12641580" y="6775450"/>
                </a:cubicBezTo>
                <a:cubicBezTo>
                  <a:pt x="12675870" y="6780530"/>
                  <a:pt x="12711430" y="6788150"/>
                  <a:pt x="12745720" y="6798310"/>
                </a:cubicBezTo>
                <a:cubicBezTo>
                  <a:pt x="12780010" y="6808470"/>
                  <a:pt x="12813030" y="6821170"/>
                  <a:pt x="12846050" y="6836410"/>
                </a:cubicBezTo>
                <a:cubicBezTo>
                  <a:pt x="12879070" y="6851650"/>
                  <a:pt x="12910820" y="6869430"/>
                  <a:pt x="12941300" y="6889750"/>
                </a:cubicBezTo>
                <a:cubicBezTo>
                  <a:pt x="12971780" y="6908800"/>
                  <a:pt x="13002260" y="6930390"/>
                  <a:pt x="13027660" y="6955790"/>
                </a:cubicBezTo>
                <a:cubicBezTo>
                  <a:pt x="13054330" y="6979920"/>
                  <a:pt x="13079730" y="7007860"/>
                  <a:pt x="13097510" y="7037070"/>
                </a:cubicBezTo>
                <a:cubicBezTo>
                  <a:pt x="13114020" y="7067550"/>
                  <a:pt x="13126720" y="7100570"/>
                  <a:pt x="13130530" y="7132320"/>
                </a:cubicBezTo>
                <a:close/>
                <a:moveTo>
                  <a:pt x="13430250" y="7132320"/>
                </a:moveTo>
                <a:cubicBezTo>
                  <a:pt x="13432790" y="7178040"/>
                  <a:pt x="13423900" y="7226300"/>
                  <a:pt x="13409930" y="7272020"/>
                </a:cubicBezTo>
                <a:cubicBezTo>
                  <a:pt x="13397230" y="7317740"/>
                  <a:pt x="13373100" y="7360920"/>
                  <a:pt x="13348970" y="7404100"/>
                </a:cubicBezTo>
                <a:cubicBezTo>
                  <a:pt x="13324840" y="7448550"/>
                  <a:pt x="13296900" y="7489190"/>
                  <a:pt x="13266420" y="7531100"/>
                </a:cubicBezTo>
                <a:cubicBezTo>
                  <a:pt x="13234670" y="7573010"/>
                  <a:pt x="13202920" y="7616190"/>
                  <a:pt x="13162280" y="7655560"/>
                </a:cubicBezTo>
                <a:cubicBezTo>
                  <a:pt x="13122910" y="7694930"/>
                  <a:pt x="13078460" y="7736840"/>
                  <a:pt x="13026390" y="7768590"/>
                </a:cubicBezTo>
                <a:cubicBezTo>
                  <a:pt x="12974320" y="7801610"/>
                  <a:pt x="12913360" y="7832090"/>
                  <a:pt x="12849860" y="7851140"/>
                </a:cubicBezTo>
                <a:cubicBezTo>
                  <a:pt x="12785090" y="7870190"/>
                  <a:pt x="12712700" y="7881620"/>
                  <a:pt x="12642850" y="7884160"/>
                </a:cubicBezTo>
                <a:cubicBezTo>
                  <a:pt x="12574270" y="7886700"/>
                  <a:pt x="12501880" y="7877810"/>
                  <a:pt x="12435840" y="7866380"/>
                </a:cubicBezTo>
                <a:cubicBezTo>
                  <a:pt x="12369800" y="7853680"/>
                  <a:pt x="12306300" y="7833360"/>
                  <a:pt x="12247880" y="7814310"/>
                </a:cubicBezTo>
                <a:cubicBezTo>
                  <a:pt x="12188190" y="7793990"/>
                  <a:pt x="12134850" y="7771130"/>
                  <a:pt x="12082780" y="7747000"/>
                </a:cubicBezTo>
                <a:cubicBezTo>
                  <a:pt x="12029440" y="7722870"/>
                  <a:pt x="11981180" y="7698740"/>
                  <a:pt x="11934190" y="7672070"/>
                </a:cubicBezTo>
                <a:cubicBezTo>
                  <a:pt x="11888470" y="7645400"/>
                  <a:pt x="11844020" y="7617460"/>
                  <a:pt x="11804650" y="7585710"/>
                </a:cubicBezTo>
                <a:cubicBezTo>
                  <a:pt x="11766550" y="7555230"/>
                  <a:pt x="11730990" y="7520940"/>
                  <a:pt x="11701780" y="7485380"/>
                </a:cubicBezTo>
                <a:cubicBezTo>
                  <a:pt x="11672570" y="7449820"/>
                  <a:pt x="11649710" y="7411720"/>
                  <a:pt x="11629390" y="7372350"/>
                </a:cubicBezTo>
                <a:cubicBezTo>
                  <a:pt x="11610340" y="7334250"/>
                  <a:pt x="11595100" y="7294880"/>
                  <a:pt x="11582400" y="7254240"/>
                </a:cubicBezTo>
                <a:cubicBezTo>
                  <a:pt x="11569700" y="7214870"/>
                  <a:pt x="11558270" y="7174230"/>
                  <a:pt x="11551920" y="7132320"/>
                </a:cubicBezTo>
                <a:cubicBezTo>
                  <a:pt x="11545570" y="7090410"/>
                  <a:pt x="11540490" y="7047230"/>
                  <a:pt x="11546840" y="7005320"/>
                </a:cubicBezTo>
                <a:cubicBezTo>
                  <a:pt x="11551920" y="6962140"/>
                  <a:pt x="11563350" y="6917690"/>
                  <a:pt x="11586210" y="6879590"/>
                </a:cubicBezTo>
                <a:cubicBezTo>
                  <a:pt x="11610340" y="6840220"/>
                  <a:pt x="11644630" y="6802120"/>
                  <a:pt x="11686540" y="6771640"/>
                </a:cubicBezTo>
                <a:cubicBezTo>
                  <a:pt x="11728450" y="6742430"/>
                  <a:pt x="11783060" y="6718300"/>
                  <a:pt x="11835130" y="6700520"/>
                </a:cubicBezTo>
                <a:cubicBezTo>
                  <a:pt x="11888470" y="6682740"/>
                  <a:pt x="11948160" y="6673850"/>
                  <a:pt x="12002770" y="6664960"/>
                </a:cubicBezTo>
                <a:cubicBezTo>
                  <a:pt x="12056110" y="6657340"/>
                  <a:pt x="12109450" y="6656070"/>
                  <a:pt x="12158980" y="6650990"/>
                </a:cubicBezTo>
                <a:cubicBezTo>
                  <a:pt x="12208510" y="6647180"/>
                  <a:pt x="12252960" y="6643370"/>
                  <a:pt x="12298680" y="6638290"/>
                </a:cubicBezTo>
                <a:cubicBezTo>
                  <a:pt x="12345670" y="6631940"/>
                  <a:pt x="12388850" y="6624320"/>
                  <a:pt x="12435840" y="6619240"/>
                </a:cubicBezTo>
                <a:cubicBezTo>
                  <a:pt x="12482830" y="6614160"/>
                  <a:pt x="12531090" y="6607810"/>
                  <a:pt x="12580620" y="6607810"/>
                </a:cubicBezTo>
                <a:cubicBezTo>
                  <a:pt x="12630150" y="6606540"/>
                  <a:pt x="12682220" y="6609080"/>
                  <a:pt x="12733020" y="6615430"/>
                </a:cubicBezTo>
                <a:cubicBezTo>
                  <a:pt x="12783820" y="6623050"/>
                  <a:pt x="12834620" y="6634480"/>
                  <a:pt x="12884150" y="6649720"/>
                </a:cubicBezTo>
                <a:cubicBezTo>
                  <a:pt x="12933680" y="6663690"/>
                  <a:pt x="12981940" y="6682740"/>
                  <a:pt x="13030200" y="6704330"/>
                </a:cubicBezTo>
                <a:cubicBezTo>
                  <a:pt x="13077190" y="6725920"/>
                  <a:pt x="13125450" y="6750050"/>
                  <a:pt x="13169900" y="6779260"/>
                </a:cubicBezTo>
                <a:cubicBezTo>
                  <a:pt x="13214350" y="6807200"/>
                  <a:pt x="13260070" y="6838950"/>
                  <a:pt x="13296900" y="6875780"/>
                </a:cubicBezTo>
                <a:cubicBezTo>
                  <a:pt x="13333730" y="6911340"/>
                  <a:pt x="13369290" y="6953250"/>
                  <a:pt x="13390880" y="6995160"/>
                </a:cubicBezTo>
                <a:cubicBezTo>
                  <a:pt x="13413740" y="7038340"/>
                  <a:pt x="13426440" y="7086600"/>
                  <a:pt x="13430250" y="7132320"/>
                </a:cubicBezTo>
                <a:close/>
                <a:moveTo>
                  <a:pt x="13727430" y="7132320"/>
                </a:moveTo>
                <a:cubicBezTo>
                  <a:pt x="13728700" y="7192010"/>
                  <a:pt x="13713460" y="7254240"/>
                  <a:pt x="13696950" y="7312660"/>
                </a:cubicBezTo>
                <a:cubicBezTo>
                  <a:pt x="13679170" y="7372350"/>
                  <a:pt x="13651230" y="7429500"/>
                  <a:pt x="13622020" y="7486650"/>
                </a:cubicBezTo>
                <a:cubicBezTo>
                  <a:pt x="13594080" y="7543800"/>
                  <a:pt x="13562330" y="7599680"/>
                  <a:pt x="13522960" y="7655560"/>
                </a:cubicBezTo>
                <a:cubicBezTo>
                  <a:pt x="13484860" y="7711440"/>
                  <a:pt x="13445490" y="7769860"/>
                  <a:pt x="13392150" y="7820660"/>
                </a:cubicBezTo>
                <a:cubicBezTo>
                  <a:pt x="13340080" y="7872730"/>
                  <a:pt x="13280390" y="7926070"/>
                  <a:pt x="13209270" y="7966710"/>
                </a:cubicBezTo>
                <a:cubicBezTo>
                  <a:pt x="13139420" y="8006080"/>
                  <a:pt x="13055600" y="8041640"/>
                  <a:pt x="12970510" y="8063230"/>
                </a:cubicBezTo>
                <a:cubicBezTo>
                  <a:pt x="12886690" y="8083550"/>
                  <a:pt x="12790170" y="8092440"/>
                  <a:pt x="12701270" y="8092440"/>
                </a:cubicBezTo>
                <a:cubicBezTo>
                  <a:pt x="12612370" y="8092440"/>
                  <a:pt x="12519660" y="8078470"/>
                  <a:pt x="12435840" y="8063230"/>
                </a:cubicBezTo>
                <a:cubicBezTo>
                  <a:pt x="12352020" y="8047990"/>
                  <a:pt x="12272010" y="8022590"/>
                  <a:pt x="12195810" y="7999730"/>
                </a:cubicBezTo>
                <a:cubicBezTo>
                  <a:pt x="12120880" y="7975600"/>
                  <a:pt x="12049760" y="7948930"/>
                  <a:pt x="11982450" y="7919720"/>
                </a:cubicBezTo>
                <a:cubicBezTo>
                  <a:pt x="11915140" y="7891780"/>
                  <a:pt x="11849100" y="7862570"/>
                  <a:pt x="11789410" y="7829550"/>
                </a:cubicBezTo>
                <a:cubicBezTo>
                  <a:pt x="11728450" y="7795260"/>
                  <a:pt x="11671300" y="7759700"/>
                  <a:pt x="11621770" y="7719060"/>
                </a:cubicBezTo>
                <a:cubicBezTo>
                  <a:pt x="11570970" y="7678420"/>
                  <a:pt x="11526520" y="7633970"/>
                  <a:pt x="11488420" y="7588250"/>
                </a:cubicBezTo>
                <a:cubicBezTo>
                  <a:pt x="11450320" y="7542530"/>
                  <a:pt x="11421110" y="7493000"/>
                  <a:pt x="11393170" y="7443470"/>
                </a:cubicBezTo>
                <a:cubicBezTo>
                  <a:pt x="11365230" y="7393940"/>
                  <a:pt x="11343640" y="7343140"/>
                  <a:pt x="11323320" y="7291070"/>
                </a:cubicBezTo>
                <a:cubicBezTo>
                  <a:pt x="11304270" y="7240270"/>
                  <a:pt x="11286490" y="7186930"/>
                  <a:pt x="11277600" y="7132320"/>
                </a:cubicBezTo>
                <a:cubicBezTo>
                  <a:pt x="11268710" y="7077710"/>
                  <a:pt x="11262360" y="7020560"/>
                  <a:pt x="11272520" y="6965950"/>
                </a:cubicBezTo>
                <a:cubicBezTo>
                  <a:pt x="11282680" y="6911340"/>
                  <a:pt x="11303000" y="6852920"/>
                  <a:pt x="11337290" y="6804660"/>
                </a:cubicBezTo>
                <a:cubicBezTo>
                  <a:pt x="11372850" y="6756400"/>
                  <a:pt x="11424920" y="6709410"/>
                  <a:pt x="11482070" y="6673850"/>
                </a:cubicBezTo>
                <a:cubicBezTo>
                  <a:pt x="11540490" y="6638290"/>
                  <a:pt x="11614150" y="6610350"/>
                  <a:pt x="11682730" y="6590030"/>
                </a:cubicBezTo>
                <a:cubicBezTo>
                  <a:pt x="11751310" y="6568440"/>
                  <a:pt x="11826240" y="6558280"/>
                  <a:pt x="11892280" y="6546850"/>
                </a:cubicBezTo>
                <a:cubicBezTo>
                  <a:pt x="11959590" y="6535420"/>
                  <a:pt x="12023090" y="6530340"/>
                  <a:pt x="12084050" y="6520180"/>
                </a:cubicBezTo>
                <a:cubicBezTo>
                  <a:pt x="12145010" y="6511290"/>
                  <a:pt x="12199620" y="6499860"/>
                  <a:pt x="12258040" y="6489700"/>
                </a:cubicBezTo>
                <a:cubicBezTo>
                  <a:pt x="12316460" y="6479540"/>
                  <a:pt x="12374880" y="6464300"/>
                  <a:pt x="12435840" y="6456680"/>
                </a:cubicBezTo>
                <a:cubicBezTo>
                  <a:pt x="12496800" y="6447790"/>
                  <a:pt x="12562840" y="6438900"/>
                  <a:pt x="12627610" y="6438900"/>
                </a:cubicBezTo>
                <a:cubicBezTo>
                  <a:pt x="12692380" y="6437630"/>
                  <a:pt x="12760960" y="6441440"/>
                  <a:pt x="12828270" y="6451600"/>
                </a:cubicBezTo>
                <a:cubicBezTo>
                  <a:pt x="12894310" y="6460490"/>
                  <a:pt x="12960350" y="6477000"/>
                  <a:pt x="13026390" y="6496050"/>
                </a:cubicBezTo>
                <a:cubicBezTo>
                  <a:pt x="13092430" y="6515100"/>
                  <a:pt x="13157200" y="6539230"/>
                  <a:pt x="13220700" y="6567170"/>
                </a:cubicBezTo>
                <a:cubicBezTo>
                  <a:pt x="13285470" y="6595110"/>
                  <a:pt x="13351510" y="6625590"/>
                  <a:pt x="13409930" y="6663690"/>
                </a:cubicBezTo>
                <a:cubicBezTo>
                  <a:pt x="13469620" y="6701790"/>
                  <a:pt x="13529310" y="6743700"/>
                  <a:pt x="13576300" y="6791960"/>
                </a:cubicBezTo>
                <a:cubicBezTo>
                  <a:pt x="13623290" y="6840220"/>
                  <a:pt x="13663930" y="6896100"/>
                  <a:pt x="13689330" y="6953250"/>
                </a:cubicBezTo>
                <a:cubicBezTo>
                  <a:pt x="13714730" y="7009130"/>
                  <a:pt x="13726160" y="7072630"/>
                  <a:pt x="13727430" y="7132320"/>
                </a:cubicBezTo>
                <a:close/>
                <a:moveTo>
                  <a:pt x="14022070" y="7132320"/>
                </a:moveTo>
                <a:cubicBezTo>
                  <a:pt x="14020800" y="7205980"/>
                  <a:pt x="14001750" y="7280910"/>
                  <a:pt x="13982700" y="7353300"/>
                </a:cubicBezTo>
                <a:cubicBezTo>
                  <a:pt x="13962380" y="7426960"/>
                  <a:pt x="13933170" y="7498080"/>
                  <a:pt x="13901420" y="7569200"/>
                </a:cubicBezTo>
                <a:cubicBezTo>
                  <a:pt x="13869670" y="7641590"/>
                  <a:pt x="13835380" y="7713980"/>
                  <a:pt x="13789660" y="7783830"/>
                </a:cubicBezTo>
                <a:cubicBezTo>
                  <a:pt x="13743940" y="7853680"/>
                  <a:pt x="13694410" y="7927340"/>
                  <a:pt x="13628370" y="7990840"/>
                </a:cubicBezTo>
                <a:cubicBezTo>
                  <a:pt x="13562330" y="8054340"/>
                  <a:pt x="13482320" y="8116570"/>
                  <a:pt x="13392150" y="8163560"/>
                </a:cubicBezTo>
                <a:cubicBezTo>
                  <a:pt x="13301980" y="8209280"/>
                  <a:pt x="13195300" y="8246110"/>
                  <a:pt x="13088620" y="8266430"/>
                </a:cubicBezTo>
                <a:cubicBezTo>
                  <a:pt x="12981940" y="8288020"/>
                  <a:pt x="12865100" y="8293100"/>
                  <a:pt x="12755880" y="8290560"/>
                </a:cubicBezTo>
                <a:cubicBezTo>
                  <a:pt x="12646660" y="8288020"/>
                  <a:pt x="12537440" y="8270240"/>
                  <a:pt x="12435840" y="8251190"/>
                </a:cubicBezTo>
                <a:cubicBezTo>
                  <a:pt x="12334240" y="8233410"/>
                  <a:pt x="12238990" y="8206740"/>
                  <a:pt x="12146280" y="8180070"/>
                </a:cubicBezTo>
                <a:cubicBezTo>
                  <a:pt x="12054840" y="8153400"/>
                  <a:pt x="11967210" y="8124190"/>
                  <a:pt x="11883390" y="8092440"/>
                </a:cubicBezTo>
                <a:cubicBezTo>
                  <a:pt x="11799570" y="8059420"/>
                  <a:pt x="11718290" y="8025130"/>
                  <a:pt x="11644630" y="7985760"/>
                </a:cubicBezTo>
                <a:cubicBezTo>
                  <a:pt x="11569700" y="7945120"/>
                  <a:pt x="11499850" y="7899400"/>
                  <a:pt x="11438890" y="7849870"/>
                </a:cubicBezTo>
                <a:cubicBezTo>
                  <a:pt x="11377930" y="7800340"/>
                  <a:pt x="11324590" y="7745730"/>
                  <a:pt x="11277600" y="7689850"/>
                </a:cubicBezTo>
                <a:cubicBezTo>
                  <a:pt x="11229340" y="7633970"/>
                  <a:pt x="11191240" y="7574280"/>
                  <a:pt x="11154410" y="7514590"/>
                </a:cubicBezTo>
                <a:cubicBezTo>
                  <a:pt x="11117580" y="7454900"/>
                  <a:pt x="11085830" y="7392670"/>
                  <a:pt x="11059160" y="7329170"/>
                </a:cubicBezTo>
                <a:cubicBezTo>
                  <a:pt x="11032490" y="7265670"/>
                  <a:pt x="11007090" y="7199630"/>
                  <a:pt x="10996930" y="7132320"/>
                </a:cubicBezTo>
                <a:cubicBezTo>
                  <a:pt x="10986770" y="7065010"/>
                  <a:pt x="10981690" y="6992620"/>
                  <a:pt x="10999470" y="6926580"/>
                </a:cubicBezTo>
                <a:cubicBezTo>
                  <a:pt x="11015980" y="6860540"/>
                  <a:pt x="11050270" y="6790690"/>
                  <a:pt x="11098530" y="6733540"/>
                </a:cubicBezTo>
                <a:cubicBezTo>
                  <a:pt x="11148060" y="6676390"/>
                  <a:pt x="11220450" y="6624320"/>
                  <a:pt x="11294110" y="6583680"/>
                </a:cubicBezTo>
                <a:cubicBezTo>
                  <a:pt x="11367770" y="6543040"/>
                  <a:pt x="11459210" y="6513830"/>
                  <a:pt x="11541760" y="6488430"/>
                </a:cubicBezTo>
                <a:cubicBezTo>
                  <a:pt x="11624310" y="6464300"/>
                  <a:pt x="11710670" y="6450330"/>
                  <a:pt x="11788140" y="6433820"/>
                </a:cubicBezTo>
                <a:cubicBezTo>
                  <a:pt x="11865610" y="6417310"/>
                  <a:pt x="11936730" y="6404610"/>
                  <a:pt x="12007850" y="6388100"/>
                </a:cubicBezTo>
                <a:cubicBezTo>
                  <a:pt x="12078970" y="6371590"/>
                  <a:pt x="12143740" y="6352540"/>
                  <a:pt x="12216130" y="6334760"/>
                </a:cubicBezTo>
                <a:cubicBezTo>
                  <a:pt x="12287250" y="6318250"/>
                  <a:pt x="12359640" y="6297930"/>
                  <a:pt x="12435840" y="6286500"/>
                </a:cubicBezTo>
                <a:cubicBezTo>
                  <a:pt x="12512040" y="6273800"/>
                  <a:pt x="12594590" y="6264910"/>
                  <a:pt x="12675870" y="6263640"/>
                </a:cubicBezTo>
                <a:cubicBezTo>
                  <a:pt x="12757150" y="6263640"/>
                  <a:pt x="12842240" y="6269990"/>
                  <a:pt x="12924790" y="6282690"/>
                </a:cubicBezTo>
                <a:cubicBezTo>
                  <a:pt x="13007340" y="6294120"/>
                  <a:pt x="13091160" y="6313170"/>
                  <a:pt x="13173710" y="6337300"/>
                </a:cubicBezTo>
                <a:cubicBezTo>
                  <a:pt x="13256260" y="6360160"/>
                  <a:pt x="13340080" y="6388100"/>
                  <a:pt x="13421360" y="6422390"/>
                </a:cubicBezTo>
                <a:cubicBezTo>
                  <a:pt x="13502640" y="6456680"/>
                  <a:pt x="13586460" y="6496050"/>
                  <a:pt x="13660120" y="6543040"/>
                </a:cubicBezTo>
                <a:cubicBezTo>
                  <a:pt x="13733780" y="6590030"/>
                  <a:pt x="13807440" y="6645910"/>
                  <a:pt x="13862050" y="6706870"/>
                </a:cubicBezTo>
                <a:cubicBezTo>
                  <a:pt x="13915390" y="6767830"/>
                  <a:pt x="13961110" y="6838950"/>
                  <a:pt x="13987780" y="6910070"/>
                </a:cubicBezTo>
                <a:cubicBezTo>
                  <a:pt x="14014450" y="6981190"/>
                  <a:pt x="14022070" y="7058660"/>
                  <a:pt x="14022070" y="7132320"/>
                </a:cubicBezTo>
                <a:close/>
                <a:moveTo>
                  <a:pt x="14312900" y="7132320"/>
                </a:moveTo>
                <a:cubicBezTo>
                  <a:pt x="14310360" y="7219950"/>
                  <a:pt x="14291310" y="7307580"/>
                  <a:pt x="14270990" y="7395210"/>
                </a:cubicBezTo>
                <a:cubicBezTo>
                  <a:pt x="14250670" y="7482840"/>
                  <a:pt x="14224000" y="7567930"/>
                  <a:pt x="14189710" y="7655560"/>
                </a:cubicBezTo>
                <a:cubicBezTo>
                  <a:pt x="14155420" y="7741920"/>
                  <a:pt x="14119860" y="7832090"/>
                  <a:pt x="14065250" y="7915910"/>
                </a:cubicBezTo>
                <a:cubicBezTo>
                  <a:pt x="14011910" y="8001000"/>
                  <a:pt x="13949680" y="8089900"/>
                  <a:pt x="13867130" y="8162290"/>
                </a:cubicBezTo>
                <a:cubicBezTo>
                  <a:pt x="13784580" y="8235950"/>
                  <a:pt x="13681710" y="8305800"/>
                  <a:pt x="13571220" y="8355330"/>
                </a:cubicBezTo>
                <a:cubicBezTo>
                  <a:pt x="13459460" y="8404860"/>
                  <a:pt x="13327380" y="8440420"/>
                  <a:pt x="13200380" y="8460740"/>
                </a:cubicBezTo>
                <a:cubicBezTo>
                  <a:pt x="13073380" y="8481060"/>
                  <a:pt x="12934950" y="8482330"/>
                  <a:pt x="12807950" y="8477250"/>
                </a:cubicBezTo>
                <a:cubicBezTo>
                  <a:pt x="12679680" y="8472170"/>
                  <a:pt x="12553950" y="8451850"/>
                  <a:pt x="12435840" y="8432800"/>
                </a:cubicBezTo>
                <a:cubicBezTo>
                  <a:pt x="12317730" y="8412480"/>
                  <a:pt x="12205970" y="8387080"/>
                  <a:pt x="12096750" y="8357870"/>
                </a:cubicBezTo>
                <a:cubicBezTo>
                  <a:pt x="11988800" y="8329930"/>
                  <a:pt x="11884660" y="8300720"/>
                  <a:pt x="11784330" y="8263890"/>
                </a:cubicBezTo>
                <a:cubicBezTo>
                  <a:pt x="11685270" y="8228330"/>
                  <a:pt x="11588750" y="8187690"/>
                  <a:pt x="11501120" y="8140700"/>
                </a:cubicBezTo>
                <a:cubicBezTo>
                  <a:pt x="11413490" y="8092440"/>
                  <a:pt x="11330940" y="8037830"/>
                  <a:pt x="11258550" y="7979410"/>
                </a:cubicBezTo>
                <a:cubicBezTo>
                  <a:pt x="11186160" y="7922260"/>
                  <a:pt x="11123930" y="7856220"/>
                  <a:pt x="11065510" y="7791450"/>
                </a:cubicBezTo>
                <a:cubicBezTo>
                  <a:pt x="11008360" y="7725410"/>
                  <a:pt x="10957560" y="7656830"/>
                  <a:pt x="10911840" y="7586980"/>
                </a:cubicBezTo>
                <a:cubicBezTo>
                  <a:pt x="10864850" y="7515860"/>
                  <a:pt x="10820400" y="7444740"/>
                  <a:pt x="10787380" y="7368540"/>
                </a:cubicBezTo>
                <a:cubicBezTo>
                  <a:pt x="10754360" y="7292340"/>
                  <a:pt x="10721340" y="7212330"/>
                  <a:pt x="10712450" y="7132320"/>
                </a:cubicBezTo>
                <a:cubicBezTo>
                  <a:pt x="10702290" y="7052310"/>
                  <a:pt x="10704830" y="6965950"/>
                  <a:pt x="10731500" y="6888480"/>
                </a:cubicBezTo>
                <a:cubicBezTo>
                  <a:pt x="10759440" y="6811010"/>
                  <a:pt x="10810240" y="6732270"/>
                  <a:pt x="10876280" y="6667500"/>
                </a:cubicBezTo>
                <a:cubicBezTo>
                  <a:pt x="10941050" y="6602730"/>
                  <a:pt x="11033760" y="6546850"/>
                  <a:pt x="11123930" y="6501130"/>
                </a:cubicBezTo>
                <a:cubicBezTo>
                  <a:pt x="11212830" y="6455410"/>
                  <a:pt x="11318240" y="6424930"/>
                  <a:pt x="11412220" y="6395720"/>
                </a:cubicBezTo>
                <a:cubicBezTo>
                  <a:pt x="11504930" y="6365240"/>
                  <a:pt x="11598910" y="6346190"/>
                  <a:pt x="11684000" y="6322060"/>
                </a:cubicBezTo>
                <a:cubicBezTo>
                  <a:pt x="11770360" y="6299200"/>
                  <a:pt x="11847830" y="6276340"/>
                  <a:pt x="11929110" y="6250940"/>
                </a:cubicBezTo>
                <a:cubicBezTo>
                  <a:pt x="12010390" y="6225540"/>
                  <a:pt x="12086590" y="6196330"/>
                  <a:pt x="12170410" y="6172200"/>
                </a:cubicBezTo>
                <a:cubicBezTo>
                  <a:pt x="12255500" y="6149340"/>
                  <a:pt x="12343130" y="6123940"/>
                  <a:pt x="12435840" y="6108700"/>
                </a:cubicBezTo>
                <a:cubicBezTo>
                  <a:pt x="12528550" y="6094730"/>
                  <a:pt x="12626340" y="6085840"/>
                  <a:pt x="12725400" y="6084570"/>
                </a:cubicBezTo>
                <a:cubicBezTo>
                  <a:pt x="12823190" y="6084570"/>
                  <a:pt x="12924790" y="6093460"/>
                  <a:pt x="13025120" y="6108700"/>
                </a:cubicBezTo>
                <a:cubicBezTo>
                  <a:pt x="13125450" y="6122670"/>
                  <a:pt x="13227050" y="6144260"/>
                  <a:pt x="13327380" y="6170930"/>
                </a:cubicBezTo>
                <a:cubicBezTo>
                  <a:pt x="13428980" y="6198870"/>
                  <a:pt x="13533120" y="6230620"/>
                  <a:pt x="13632180" y="6271260"/>
                </a:cubicBezTo>
                <a:cubicBezTo>
                  <a:pt x="13729970" y="6311900"/>
                  <a:pt x="13832840" y="6360160"/>
                  <a:pt x="13919200" y="6418580"/>
                </a:cubicBezTo>
                <a:cubicBezTo>
                  <a:pt x="14005560" y="6477000"/>
                  <a:pt x="14089380" y="6546850"/>
                  <a:pt x="14150340" y="6621780"/>
                </a:cubicBezTo>
                <a:cubicBezTo>
                  <a:pt x="14210030" y="6695440"/>
                  <a:pt x="14255750" y="6783070"/>
                  <a:pt x="14282420" y="6868160"/>
                </a:cubicBezTo>
                <a:cubicBezTo>
                  <a:pt x="14310360" y="6953250"/>
                  <a:pt x="14314170" y="7044690"/>
                  <a:pt x="14312900" y="7132320"/>
                </a:cubicBezTo>
                <a:close/>
                <a:moveTo>
                  <a:pt x="14602460" y="7132320"/>
                </a:moveTo>
                <a:cubicBezTo>
                  <a:pt x="14601190" y="7233920"/>
                  <a:pt x="14584680" y="7335520"/>
                  <a:pt x="14565630" y="7437120"/>
                </a:cubicBezTo>
                <a:cubicBezTo>
                  <a:pt x="14547850" y="7539990"/>
                  <a:pt x="14524990" y="7641590"/>
                  <a:pt x="14489430" y="7744460"/>
                </a:cubicBezTo>
                <a:cubicBezTo>
                  <a:pt x="14452600" y="7847330"/>
                  <a:pt x="14413230" y="7955280"/>
                  <a:pt x="14349730" y="8053070"/>
                </a:cubicBezTo>
                <a:cubicBezTo>
                  <a:pt x="14284960" y="8150860"/>
                  <a:pt x="14204950" y="8252460"/>
                  <a:pt x="14104620" y="8333740"/>
                </a:cubicBezTo>
                <a:cubicBezTo>
                  <a:pt x="14003020" y="8415020"/>
                  <a:pt x="13876020" y="8488680"/>
                  <a:pt x="13742670" y="8540750"/>
                </a:cubicBezTo>
                <a:cubicBezTo>
                  <a:pt x="13609320" y="8591550"/>
                  <a:pt x="13453110" y="8624570"/>
                  <a:pt x="13305790" y="8643620"/>
                </a:cubicBezTo>
                <a:cubicBezTo>
                  <a:pt x="13157200" y="8662670"/>
                  <a:pt x="13000990" y="8660130"/>
                  <a:pt x="12856210" y="8653780"/>
                </a:cubicBezTo>
                <a:cubicBezTo>
                  <a:pt x="12711430" y="8648700"/>
                  <a:pt x="12570460" y="8629650"/>
                  <a:pt x="12435840" y="8609330"/>
                </a:cubicBezTo>
                <a:cubicBezTo>
                  <a:pt x="12301220" y="8590280"/>
                  <a:pt x="12172950" y="8566150"/>
                  <a:pt x="12048490" y="8536940"/>
                </a:cubicBezTo>
                <a:cubicBezTo>
                  <a:pt x="11922760" y="8507730"/>
                  <a:pt x="11800840" y="8475980"/>
                  <a:pt x="11686540" y="8435340"/>
                </a:cubicBezTo>
                <a:cubicBezTo>
                  <a:pt x="11570970" y="8394700"/>
                  <a:pt x="11459210" y="8347710"/>
                  <a:pt x="11357610" y="8293100"/>
                </a:cubicBezTo>
                <a:cubicBezTo>
                  <a:pt x="11257280" y="8238490"/>
                  <a:pt x="11164570" y="8174990"/>
                  <a:pt x="11080750" y="8107680"/>
                </a:cubicBezTo>
                <a:cubicBezTo>
                  <a:pt x="10995660" y="8041640"/>
                  <a:pt x="10923270" y="7967980"/>
                  <a:pt x="10853420" y="7894320"/>
                </a:cubicBezTo>
                <a:cubicBezTo>
                  <a:pt x="10783570" y="7819390"/>
                  <a:pt x="10720070" y="7741920"/>
                  <a:pt x="10661650" y="7661910"/>
                </a:cubicBezTo>
                <a:cubicBezTo>
                  <a:pt x="10604500" y="7580630"/>
                  <a:pt x="10546080" y="7496810"/>
                  <a:pt x="10507980" y="7407910"/>
                </a:cubicBezTo>
                <a:cubicBezTo>
                  <a:pt x="10468610" y="7320280"/>
                  <a:pt x="10433050" y="7225030"/>
                  <a:pt x="10427970" y="7132320"/>
                </a:cubicBezTo>
                <a:cubicBezTo>
                  <a:pt x="10422890" y="7039610"/>
                  <a:pt x="10436860" y="6939280"/>
                  <a:pt x="10477500" y="6851650"/>
                </a:cubicBezTo>
                <a:cubicBezTo>
                  <a:pt x="10518140" y="6764020"/>
                  <a:pt x="10590530" y="6677660"/>
                  <a:pt x="10673080" y="6606540"/>
                </a:cubicBezTo>
                <a:cubicBezTo>
                  <a:pt x="10754360" y="6535420"/>
                  <a:pt x="10866120" y="6477000"/>
                  <a:pt x="10968990" y="6426200"/>
                </a:cubicBezTo>
                <a:cubicBezTo>
                  <a:pt x="11071860" y="6376670"/>
                  <a:pt x="11187430" y="6342380"/>
                  <a:pt x="11289030" y="6306820"/>
                </a:cubicBezTo>
                <a:cubicBezTo>
                  <a:pt x="11390630" y="6269990"/>
                  <a:pt x="11485880" y="6242050"/>
                  <a:pt x="11578590" y="6209030"/>
                </a:cubicBezTo>
                <a:cubicBezTo>
                  <a:pt x="11672570" y="6176010"/>
                  <a:pt x="11755120" y="6140450"/>
                  <a:pt x="11845290" y="6106160"/>
                </a:cubicBezTo>
                <a:cubicBezTo>
                  <a:pt x="11936730" y="6071870"/>
                  <a:pt x="12025630" y="6032500"/>
                  <a:pt x="12123420" y="6002020"/>
                </a:cubicBezTo>
                <a:cubicBezTo>
                  <a:pt x="12222480" y="5972810"/>
                  <a:pt x="12326620" y="5943600"/>
                  <a:pt x="12435840" y="5927090"/>
                </a:cubicBezTo>
                <a:cubicBezTo>
                  <a:pt x="12545060" y="5909310"/>
                  <a:pt x="12660630" y="5901690"/>
                  <a:pt x="12776200" y="5901690"/>
                </a:cubicBezTo>
                <a:cubicBezTo>
                  <a:pt x="12891770" y="5901690"/>
                  <a:pt x="13009880" y="5911850"/>
                  <a:pt x="13127990" y="5928360"/>
                </a:cubicBezTo>
                <a:cubicBezTo>
                  <a:pt x="13247370" y="5943600"/>
                  <a:pt x="13368020" y="5966460"/>
                  <a:pt x="13488670" y="5996940"/>
                </a:cubicBezTo>
                <a:cubicBezTo>
                  <a:pt x="13609320" y="6028690"/>
                  <a:pt x="13735050" y="6064250"/>
                  <a:pt x="13850620" y="6113780"/>
                </a:cubicBezTo>
                <a:cubicBezTo>
                  <a:pt x="13967460" y="6162040"/>
                  <a:pt x="14086840" y="6220460"/>
                  <a:pt x="14184630" y="6291580"/>
                </a:cubicBezTo>
                <a:cubicBezTo>
                  <a:pt x="14282420" y="6361430"/>
                  <a:pt x="14372590" y="6446520"/>
                  <a:pt x="14437360" y="6535420"/>
                </a:cubicBezTo>
                <a:cubicBezTo>
                  <a:pt x="14502130" y="6624320"/>
                  <a:pt x="14545310" y="6727190"/>
                  <a:pt x="14573250" y="6826250"/>
                </a:cubicBezTo>
                <a:cubicBezTo>
                  <a:pt x="14599920" y="6925310"/>
                  <a:pt x="14603730" y="7030720"/>
                  <a:pt x="14602460" y="7132320"/>
                </a:cubicBezTo>
                <a:close/>
                <a:moveTo>
                  <a:pt x="14893290" y="7132320"/>
                </a:moveTo>
                <a:cubicBezTo>
                  <a:pt x="14895830" y="7247890"/>
                  <a:pt x="14888210" y="7363460"/>
                  <a:pt x="14871700" y="7481570"/>
                </a:cubicBezTo>
                <a:cubicBezTo>
                  <a:pt x="14856460" y="7598410"/>
                  <a:pt x="14839950" y="7719060"/>
                  <a:pt x="14800580" y="7837170"/>
                </a:cubicBezTo>
                <a:cubicBezTo>
                  <a:pt x="14761210" y="7955280"/>
                  <a:pt x="14714220" y="8081010"/>
                  <a:pt x="14636750" y="8191500"/>
                </a:cubicBezTo>
                <a:cubicBezTo>
                  <a:pt x="14559280" y="8301990"/>
                  <a:pt x="14457680" y="8412480"/>
                  <a:pt x="14335760" y="8500110"/>
                </a:cubicBezTo>
                <a:cubicBezTo>
                  <a:pt x="14213840" y="8587740"/>
                  <a:pt x="14058900" y="8662670"/>
                  <a:pt x="13903960" y="8714740"/>
                </a:cubicBezTo>
                <a:cubicBezTo>
                  <a:pt x="13749020" y="8766810"/>
                  <a:pt x="13569950" y="8796020"/>
                  <a:pt x="13403580" y="8813800"/>
                </a:cubicBezTo>
                <a:cubicBezTo>
                  <a:pt x="13235940" y="8832850"/>
                  <a:pt x="13064490" y="8829040"/>
                  <a:pt x="12903200" y="8823960"/>
                </a:cubicBezTo>
                <a:cubicBezTo>
                  <a:pt x="12741910" y="8818880"/>
                  <a:pt x="12586970" y="8802370"/>
                  <a:pt x="12435840" y="8784590"/>
                </a:cubicBezTo>
                <a:cubicBezTo>
                  <a:pt x="12284710" y="8766810"/>
                  <a:pt x="12139930" y="8745220"/>
                  <a:pt x="11998960" y="8716010"/>
                </a:cubicBezTo>
                <a:cubicBezTo>
                  <a:pt x="11856720" y="8685530"/>
                  <a:pt x="11718290" y="8651240"/>
                  <a:pt x="11587480" y="8606790"/>
                </a:cubicBezTo>
                <a:cubicBezTo>
                  <a:pt x="11457940" y="8561070"/>
                  <a:pt x="11332210" y="8506460"/>
                  <a:pt x="11217910" y="8445500"/>
                </a:cubicBezTo>
                <a:cubicBezTo>
                  <a:pt x="11103610" y="8383270"/>
                  <a:pt x="10999470" y="8310880"/>
                  <a:pt x="10902950" y="8235950"/>
                </a:cubicBezTo>
                <a:cubicBezTo>
                  <a:pt x="10805160" y="8162290"/>
                  <a:pt x="10718800" y="8081010"/>
                  <a:pt x="10636250" y="7998460"/>
                </a:cubicBezTo>
                <a:cubicBezTo>
                  <a:pt x="10552430" y="7915910"/>
                  <a:pt x="10472420" y="7829550"/>
                  <a:pt x="10403840" y="7738110"/>
                </a:cubicBezTo>
                <a:cubicBezTo>
                  <a:pt x="10335260" y="7646670"/>
                  <a:pt x="10265410" y="7550150"/>
                  <a:pt x="10223500" y="7449820"/>
                </a:cubicBezTo>
                <a:cubicBezTo>
                  <a:pt x="10180320" y="7348220"/>
                  <a:pt x="10147300" y="7237730"/>
                  <a:pt x="10149840" y="7132320"/>
                </a:cubicBezTo>
                <a:cubicBezTo>
                  <a:pt x="10153650" y="7026910"/>
                  <a:pt x="10184130" y="6915150"/>
                  <a:pt x="10241280" y="6817360"/>
                </a:cubicBezTo>
                <a:cubicBezTo>
                  <a:pt x="10297160" y="6720840"/>
                  <a:pt x="10392410" y="6629400"/>
                  <a:pt x="10491470" y="6551930"/>
                </a:cubicBezTo>
                <a:cubicBezTo>
                  <a:pt x="10589260" y="6475730"/>
                  <a:pt x="10716260" y="6414770"/>
                  <a:pt x="10828020" y="6358890"/>
                </a:cubicBezTo>
                <a:cubicBezTo>
                  <a:pt x="10941050" y="6303010"/>
                  <a:pt x="11060430" y="6263640"/>
                  <a:pt x="11167110" y="6219190"/>
                </a:cubicBezTo>
                <a:cubicBezTo>
                  <a:pt x="11273790" y="6173470"/>
                  <a:pt x="11370310" y="6134100"/>
                  <a:pt x="11468100" y="6089650"/>
                </a:cubicBezTo>
                <a:cubicBezTo>
                  <a:pt x="11567160" y="6045200"/>
                  <a:pt x="11656060" y="5996940"/>
                  <a:pt x="11757660" y="5952490"/>
                </a:cubicBezTo>
                <a:cubicBezTo>
                  <a:pt x="11857990" y="5908040"/>
                  <a:pt x="11960860" y="5859780"/>
                  <a:pt x="12075160" y="5824220"/>
                </a:cubicBezTo>
                <a:cubicBezTo>
                  <a:pt x="12188190" y="5788660"/>
                  <a:pt x="12310110" y="5758180"/>
                  <a:pt x="12435840" y="5739130"/>
                </a:cubicBezTo>
                <a:cubicBezTo>
                  <a:pt x="12561570" y="5721350"/>
                  <a:pt x="12694920" y="5713730"/>
                  <a:pt x="12828270" y="5713730"/>
                </a:cubicBezTo>
                <a:cubicBezTo>
                  <a:pt x="12961620" y="5713730"/>
                  <a:pt x="13097510" y="5723890"/>
                  <a:pt x="13235940" y="5740400"/>
                </a:cubicBezTo>
                <a:cubicBezTo>
                  <a:pt x="13374370" y="5758180"/>
                  <a:pt x="13517880" y="5779770"/>
                  <a:pt x="13658850" y="5815330"/>
                </a:cubicBezTo>
                <a:cubicBezTo>
                  <a:pt x="13798550" y="5849620"/>
                  <a:pt x="13945870" y="5891530"/>
                  <a:pt x="14079220" y="5949950"/>
                </a:cubicBezTo>
                <a:cubicBezTo>
                  <a:pt x="14211300" y="6007100"/>
                  <a:pt x="14344650" y="6078220"/>
                  <a:pt x="14452600" y="6162040"/>
                </a:cubicBezTo>
                <a:cubicBezTo>
                  <a:pt x="14559280" y="6245860"/>
                  <a:pt x="14651990" y="6347460"/>
                  <a:pt x="14720570" y="6451600"/>
                </a:cubicBezTo>
                <a:cubicBezTo>
                  <a:pt x="14787880" y="6554470"/>
                  <a:pt x="14828520" y="6671310"/>
                  <a:pt x="14857730" y="6785610"/>
                </a:cubicBezTo>
                <a:cubicBezTo>
                  <a:pt x="14886940" y="6898640"/>
                  <a:pt x="14892020" y="7016750"/>
                  <a:pt x="14893290" y="7132320"/>
                </a:cubicBezTo>
                <a:close/>
                <a:moveTo>
                  <a:pt x="15193010" y="7132320"/>
                </a:moveTo>
                <a:cubicBezTo>
                  <a:pt x="15200630" y="7263130"/>
                  <a:pt x="15203170" y="7393940"/>
                  <a:pt x="15191740" y="7527290"/>
                </a:cubicBezTo>
                <a:cubicBezTo>
                  <a:pt x="15180310" y="7660640"/>
                  <a:pt x="15166340" y="7800340"/>
                  <a:pt x="15121890" y="7933690"/>
                </a:cubicBezTo>
                <a:cubicBezTo>
                  <a:pt x="15077440" y="8067040"/>
                  <a:pt x="15017750" y="8208010"/>
                  <a:pt x="14923770" y="8328660"/>
                </a:cubicBezTo>
                <a:cubicBezTo>
                  <a:pt x="14828520" y="8450580"/>
                  <a:pt x="14701520" y="8568690"/>
                  <a:pt x="14556740" y="8660130"/>
                </a:cubicBezTo>
                <a:cubicBezTo>
                  <a:pt x="14411960" y="8750300"/>
                  <a:pt x="14231620" y="8823960"/>
                  <a:pt x="14053820" y="8876030"/>
                </a:cubicBezTo>
                <a:cubicBezTo>
                  <a:pt x="13877290" y="8928100"/>
                  <a:pt x="13679170" y="8954770"/>
                  <a:pt x="13495020" y="8973820"/>
                </a:cubicBezTo>
                <a:cubicBezTo>
                  <a:pt x="13310870" y="8992870"/>
                  <a:pt x="13125450" y="8991600"/>
                  <a:pt x="12948920" y="8989060"/>
                </a:cubicBezTo>
                <a:cubicBezTo>
                  <a:pt x="12772390" y="8986520"/>
                  <a:pt x="12602210" y="8976360"/>
                  <a:pt x="12435840" y="8961120"/>
                </a:cubicBezTo>
                <a:cubicBezTo>
                  <a:pt x="12269470" y="8944610"/>
                  <a:pt x="12106910" y="8925560"/>
                  <a:pt x="11948160" y="8895080"/>
                </a:cubicBezTo>
                <a:cubicBezTo>
                  <a:pt x="11790680" y="8864600"/>
                  <a:pt x="11635740" y="8826500"/>
                  <a:pt x="11489690" y="8775700"/>
                </a:cubicBezTo>
                <a:cubicBezTo>
                  <a:pt x="11344910" y="8726170"/>
                  <a:pt x="11206480" y="8662670"/>
                  <a:pt x="11078210" y="8595360"/>
                </a:cubicBezTo>
                <a:cubicBezTo>
                  <a:pt x="10951210" y="8526780"/>
                  <a:pt x="10834370" y="8446770"/>
                  <a:pt x="10723880" y="8365490"/>
                </a:cubicBezTo>
                <a:cubicBezTo>
                  <a:pt x="10612120" y="8284210"/>
                  <a:pt x="10509250" y="8197850"/>
                  <a:pt x="10411460" y="8106410"/>
                </a:cubicBezTo>
                <a:cubicBezTo>
                  <a:pt x="10313670" y="8014970"/>
                  <a:pt x="10215880" y="7920990"/>
                  <a:pt x="10137140" y="7818120"/>
                </a:cubicBezTo>
                <a:cubicBezTo>
                  <a:pt x="10058400" y="7715250"/>
                  <a:pt x="9979660" y="7604760"/>
                  <a:pt x="9937750" y="7490460"/>
                </a:cubicBezTo>
                <a:cubicBezTo>
                  <a:pt x="9895840" y="7376160"/>
                  <a:pt x="9871710" y="7249160"/>
                  <a:pt x="9886950" y="7132320"/>
                </a:cubicBezTo>
                <a:cubicBezTo>
                  <a:pt x="9900920" y="7015480"/>
                  <a:pt x="9954260" y="6892290"/>
                  <a:pt x="10027920" y="6786880"/>
                </a:cubicBezTo>
                <a:cubicBezTo>
                  <a:pt x="10101580" y="6682740"/>
                  <a:pt x="10218420" y="6586220"/>
                  <a:pt x="10330180" y="6504940"/>
                </a:cubicBezTo>
                <a:cubicBezTo>
                  <a:pt x="10441940" y="6422390"/>
                  <a:pt x="10577830" y="6357620"/>
                  <a:pt x="10695940" y="6295390"/>
                </a:cubicBezTo>
                <a:cubicBezTo>
                  <a:pt x="10815320" y="6233160"/>
                  <a:pt x="10932160" y="6183630"/>
                  <a:pt x="11041380" y="6129020"/>
                </a:cubicBezTo>
                <a:cubicBezTo>
                  <a:pt x="11150600" y="6073140"/>
                  <a:pt x="11247120" y="6018530"/>
                  <a:pt x="11349990" y="5962650"/>
                </a:cubicBezTo>
                <a:cubicBezTo>
                  <a:pt x="11454130" y="5905500"/>
                  <a:pt x="11551920" y="5843270"/>
                  <a:pt x="11663680" y="5789930"/>
                </a:cubicBezTo>
                <a:cubicBezTo>
                  <a:pt x="11775440" y="5736590"/>
                  <a:pt x="11894820" y="5680710"/>
                  <a:pt x="12024360" y="5641340"/>
                </a:cubicBezTo>
                <a:cubicBezTo>
                  <a:pt x="12152630" y="5600700"/>
                  <a:pt x="12292330" y="5567680"/>
                  <a:pt x="12435840" y="5547360"/>
                </a:cubicBezTo>
                <a:cubicBezTo>
                  <a:pt x="12579350" y="5527040"/>
                  <a:pt x="12729210" y="5519420"/>
                  <a:pt x="12881610" y="5519420"/>
                </a:cubicBezTo>
                <a:cubicBezTo>
                  <a:pt x="13034010" y="5518150"/>
                  <a:pt x="13190220" y="5525770"/>
                  <a:pt x="13350240" y="5543550"/>
                </a:cubicBezTo>
                <a:cubicBezTo>
                  <a:pt x="13508990" y="5561330"/>
                  <a:pt x="13675360" y="5584190"/>
                  <a:pt x="13835380" y="5623560"/>
                </a:cubicBezTo>
                <a:cubicBezTo>
                  <a:pt x="13995400" y="5664200"/>
                  <a:pt x="14164310" y="5713730"/>
                  <a:pt x="14311630" y="5781040"/>
                </a:cubicBezTo>
                <a:cubicBezTo>
                  <a:pt x="14458950" y="5849620"/>
                  <a:pt x="14603730" y="5935980"/>
                  <a:pt x="14718030" y="6035040"/>
                </a:cubicBezTo>
                <a:cubicBezTo>
                  <a:pt x="14832330" y="6132830"/>
                  <a:pt x="14926310" y="6249670"/>
                  <a:pt x="14996160" y="6369050"/>
                </a:cubicBezTo>
                <a:cubicBezTo>
                  <a:pt x="15067280" y="6487160"/>
                  <a:pt x="15107920" y="6617970"/>
                  <a:pt x="15140940" y="6744970"/>
                </a:cubicBezTo>
                <a:cubicBezTo>
                  <a:pt x="15172690" y="6871970"/>
                  <a:pt x="15184120" y="7001510"/>
                  <a:pt x="15193010" y="7132320"/>
                </a:cubicBezTo>
                <a:close/>
                <a:moveTo>
                  <a:pt x="15502890" y="7132320"/>
                </a:moveTo>
                <a:cubicBezTo>
                  <a:pt x="15520670" y="7277100"/>
                  <a:pt x="15534640" y="7425690"/>
                  <a:pt x="15525750" y="7575550"/>
                </a:cubicBezTo>
                <a:cubicBezTo>
                  <a:pt x="15518130" y="7724140"/>
                  <a:pt x="15504160" y="7882890"/>
                  <a:pt x="15449550" y="8031480"/>
                </a:cubicBezTo>
                <a:cubicBezTo>
                  <a:pt x="15396210" y="8178800"/>
                  <a:pt x="15317470" y="8333740"/>
                  <a:pt x="15203170" y="8463280"/>
                </a:cubicBezTo>
                <a:cubicBezTo>
                  <a:pt x="15088870" y="8592820"/>
                  <a:pt x="14932660" y="8714740"/>
                  <a:pt x="14763750" y="8808720"/>
                </a:cubicBezTo>
                <a:cubicBezTo>
                  <a:pt x="14596110" y="8902700"/>
                  <a:pt x="14390370" y="8972550"/>
                  <a:pt x="14193520" y="9025890"/>
                </a:cubicBezTo>
                <a:cubicBezTo>
                  <a:pt x="13996670" y="9079230"/>
                  <a:pt x="13782040" y="9104630"/>
                  <a:pt x="13582650" y="9126220"/>
                </a:cubicBezTo>
                <a:cubicBezTo>
                  <a:pt x="13383260" y="9147810"/>
                  <a:pt x="13185140" y="9151620"/>
                  <a:pt x="12994640" y="9154160"/>
                </a:cubicBezTo>
                <a:cubicBezTo>
                  <a:pt x="12802870" y="9155430"/>
                  <a:pt x="12618720" y="9151620"/>
                  <a:pt x="12435840" y="9138920"/>
                </a:cubicBezTo>
                <a:cubicBezTo>
                  <a:pt x="12252960" y="9126220"/>
                  <a:pt x="12072620" y="9108440"/>
                  <a:pt x="11898630" y="9075420"/>
                </a:cubicBezTo>
                <a:cubicBezTo>
                  <a:pt x="11725910" y="9042400"/>
                  <a:pt x="11553190" y="8999220"/>
                  <a:pt x="11393170" y="8943340"/>
                </a:cubicBezTo>
                <a:cubicBezTo>
                  <a:pt x="11234420" y="8888730"/>
                  <a:pt x="11083290" y="8817610"/>
                  <a:pt x="10941050" y="8743950"/>
                </a:cubicBezTo>
                <a:cubicBezTo>
                  <a:pt x="10798810" y="8669020"/>
                  <a:pt x="10668000" y="8583930"/>
                  <a:pt x="10541000" y="8496300"/>
                </a:cubicBezTo>
                <a:cubicBezTo>
                  <a:pt x="10414000" y="8408670"/>
                  <a:pt x="10292080" y="8317230"/>
                  <a:pt x="10179050" y="8218170"/>
                </a:cubicBezTo>
                <a:cubicBezTo>
                  <a:pt x="10066020" y="8117840"/>
                  <a:pt x="9951720" y="8013700"/>
                  <a:pt x="9864090" y="7899400"/>
                </a:cubicBezTo>
                <a:cubicBezTo>
                  <a:pt x="9777730" y="7785100"/>
                  <a:pt x="9696450" y="7658100"/>
                  <a:pt x="9659620" y="7529830"/>
                </a:cubicBezTo>
                <a:cubicBezTo>
                  <a:pt x="9622790" y="7401560"/>
                  <a:pt x="9612630" y="7260590"/>
                  <a:pt x="9643110" y="7132320"/>
                </a:cubicBezTo>
                <a:cubicBezTo>
                  <a:pt x="9673590" y="7004050"/>
                  <a:pt x="9751060" y="6871970"/>
                  <a:pt x="9841230" y="6760210"/>
                </a:cubicBezTo>
                <a:cubicBezTo>
                  <a:pt x="9932670" y="6648450"/>
                  <a:pt x="10066020" y="6549390"/>
                  <a:pt x="10186670" y="6461760"/>
                </a:cubicBezTo>
                <a:cubicBezTo>
                  <a:pt x="10307320" y="6374130"/>
                  <a:pt x="10445750" y="6304280"/>
                  <a:pt x="10566400" y="6233160"/>
                </a:cubicBezTo>
                <a:cubicBezTo>
                  <a:pt x="10685780" y="6160770"/>
                  <a:pt x="10798810" y="6099810"/>
                  <a:pt x="10908030" y="6032500"/>
                </a:cubicBezTo>
                <a:cubicBezTo>
                  <a:pt x="11017250" y="5963920"/>
                  <a:pt x="11112500" y="5894070"/>
                  <a:pt x="11222990" y="5825490"/>
                </a:cubicBezTo>
                <a:cubicBezTo>
                  <a:pt x="11332210" y="5755640"/>
                  <a:pt x="11440160" y="5680710"/>
                  <a:pt x="11564620" y="5618480"/>
                </a:cubicBezTo>
                <a:cubicBezTo>
                  <a:pt x="11690350" y="5556250"/>
                  <a:pt x="11826240" y="5496560"/>
                  <a:pt x="11972290" y="5452110"/>
                </a:cubicBezTo>
                <a:cubicBezTo>
                  <a:pt x="12117070" y="5407660"/>
                  <a:pt x="12274550" y="5374640"/>
                  <a:pt x="12435840" y="5351780"/>
                </a:cubicBezTo>
                <a:cubicBezTo>
                  <a:pt x="12597130" y="5328920"/>
                  <a:pt x="12764770" y="5318760"/>
                  <a:pt x="12937490" y="5316220"/>
                </a:cubicBezTo>
                <a:cubicBezTo>
                  <a:pt x="13110210" y="5313680"/>
                  <a:pt x="13288010" y="5318760"/>
                  <a:pt x="13468350" y="5336540"/>
                </a:cubicBezTo>
                <a:cubicBezTo>
                  <a:pt x="13648690" y="5354320"/>
                  <a:pt x="13840460" y="5379720"/>
                  <a:pt x="14019530" y="5425440"/>
                </a:cubicBezTo>
                <a:cubicBezTo>
                  <a:pt x="14199870" y="5471160"/>
                  <a:pt x="14387830" y="5532120"/>
                  <a:pt x="14546580" y="5612130"/>
                </a:cubicBezTo>
                <a:cubicBezTo>
                  <a:pt x="14706600" y="5693410"/>
                  <a:pt x="14859000" y="5796280"/>
                  <a:pt x="14978380" y="5909310"/>
                </a:cubicBezTo>
                <a:cubicBezTo>
                  <a:pt x="15099030" y="6021070"/>
                  <a:pt x="15191740" y="6155690"/>
                  <a:pt x="15266670" y="6287770"/>
                </a:cubicBezTo>
                <a:cubicBezTo>
                  <a:pt x="15340330" y="6421120"/>
                  <a:pt x="15384780" y="6563360"/>
                  <a:pt x="15424150" y="6704330"/>
                </a:cubicBezTo>
                <a:cubicBezTo>
                  <a:pt x="15463520" y="6845300"/>
                  <a:pt x="15486380" y="6987540"/>
                  <a:pt x="15502890" y="7132320"/>
                </a:cubicBezTo>
                <a:close/>
                <a:moveTo>
                  <a:pt x="15829280" y="7132320"/>
                </a:moveTo>
                <a:cubicBezTo>
                  <a:pt x="15855950" y="7292340"/>
                  <a:pt x="15882620" y="7458710"/>
                  <a:pt x="15873730" y="7625080"/>
                </a:cubicBezTo>
                <a:cubicBezTo>
                  <a:pt x="15864840" y="7790180"/>
                  <a:pt x="15844520" y="7967980"/>
                  <a:pt x="15777210" y="8129270"/>
                </a:cubicBezTo>
                <a:cubicBezTo>
                  <a:pt x="15709900" y="8290560"/>
                  <a:pt x="15605760" y="8455660"/>
                  <a:pt x="15468600" y="8591550"/>
                </a:cubicBezTo>
                <a:cubicBezTo>
                  <a:pt x="15331440" y="8727440"/>
                  <a:pt x="15146020" y="8850630"/>
                  <a:pt x="14954250" y="8945880"/>
                </a:cubicBezTo>
                <a:cubicBezTo>
                  <a:pt x="14763750" y="9041130"/>
                  <a:pt x="14536420" y="9109710"/>
                  <a:pt x="14321790" y="9164320"/>
                </a:cubicBezTo>
                <a:cubicBezTo>
                  <a:pt x="14107160" y="9218930"/>
                  <a:pt x="13881100" y="9248140"/>
                  <a:pt x="13667740" y="9273540"/>
                </a:cubicBezTo>
                <a:cubicBezTo>
                  <a:pt x="13454380" y="9298940"/>
                  <a:pt x="13244830" y="9311640"/>
                  <a:pt x="13040360" y="9319260"/>
                </a:cubicBezTo>
                <a:cubicBezTo>
                  <a:pt x="12834620" y="9326880"/>
                  <a:pt x="12633960" y="9329420"/>
                  <a:pt x="12435840" y="9319260"/>
                </a:cubicBezTo>
                <a:cubicBezTo>
                  <a:pt x="12237720" y="9307830"/>
                  <a:pt x="12039600" y="9288780"/>
                  <a:pt x="11849100" y="9254490"/>
                </a:cubicBezTo>
                <a:cubicBezTo>
                  <a:pt x="11659870" y="9218930"/>
                  <a:pt x="11473180" y="9169400"/>
                  <a:pt x="11299190" y="9108440"/>
                </a:cubicBezTo>
                <a:cubicBezTo>
                  <a:pt x="11123930" y="9048750"/>
                  <a:pt x="10960100" y="8972550"/>
                  <a:pt x="10801350" y="8893810"/>
                </a:cubicBezTo>
                <a:cubicBezTo>
                  <a:pt x="10643870" y="8813800"/>
                  <a:pt x="10495280" y="8726170"/>
                  <a:pt x="10351770" y="8633460"/>
                </a:cubicBezTo>
                <a:cubicBezTo>
                  <a:pt x="10208260" y="8539480"/>
                  <a:pt x="10064750" y="8442960"/>
                  <a:pt x="9937750" y="8333740"/>
                </a:cubicBezTo>
                <a:cubicBezTo>
                  <a:pt x="9810750" y="8225790"/>
                  <a:pt x="9679940" y="8108950"/>
                  <a:pt x="9589770" y="7980680"/>
                </a:cubicBezTo>
                <a:cubicBezTo>
                  <a:pt x="9499600" y="7853680"/>
                  <a:pt x="9420860" y="7708900"/>
                  <a:pt x="9394190" y="7567930"/>
                </a:cubicBezTo>
                <a:cubicBezTo>
                  <a:pt x="9366250" y="7426960"/>
                  <a:pt x="9378950" y="7270750"/>
                  <a:pt x="9425940" y="7132320"/>
                </a:cubicBezTo>
                <a:cubicBezTo>
                  <a:pt x="9474200" y="6993890"/>
                  <a:pt x="9575800" y="6855460"/>
                  <a:pt x="9679940" y="6737350"/>
                </a:cubicBezTo>
                <a:cubicBezTo>
                  <a:pt x="9785350" y="6619240"/>
                  <a:pt x="9928860" y="6517640"/>
                  <a:pt x="10054590" y="6422390"/>
                </a:cubicBezTo>
                <a:cubicBezTo>
                  <a:pt x="10180320" y="6327140"/>
                  <a:pt x="10313670" y="6250940"/>
                  <a:pt x="10431780" y="6168390"/>
                </a:cubicBezTo>
                <a:cubicBezTo>
                  <a:pt x="10548620" y="6085840"/>
                  <a:pt x="10654030" y="6009640"/>
                  <a:pt x="10761980" y="5927090"/>
                </a:cubicBezTo>
                <a:cubicBezTo>
                  <a:pt x="10871200" y="5845810"/>
                  <a:pt x="10968990" y="5758180"/>
                  <a:pt x="11085830" y="5678170"/>
                </a:cubicBezTo>
                <a:cubicBezTo>
                  <a:pt x="11202670" y="5596890"/>
                  <a:pt x="11324590" y="5510530"/>
                  <a:pt x="11463020" y="5441950"/>
                </a:cubicBezTo>
                <a:cubicBezTo>
                  <a:pt x="11601450" y="5372100"/>
                  <a:pt x="11756390" y="5308600"/>
                  <a:pt x="11918950" y="5260340"/>
                </a:cubicBezTo>
                <a:cubicBezTo>
                  <a:pt x="12080240" y="5210810"/>
                  <a:pt x="12256770" y="5176520"/>
                  <a:pt x="12435840" y="5149850"/>
                </a:cubicBezTo>
                <a:cubicBezTo>
                  <a:pt x="12614910" y="5124450"/>
                  <a:pt x="12802870" y="5109210"/>
                  <a:pt x="12995910" y="5104130"/>
                </a:cubicBezTo>
                <a:cubicBezTo>
                  <a:pt x="13188950" y="5099050"/>
                  <a:pt x="13392150" y="5099050"/>
                  <a:pt x="13594080" y="5119370"/>
                </a:cubicBezTo>
                <a:cubicBezTo>
                  <a:pt x="13796010" y="5138420"/>
                  <a:pt x="14011910" y="5167630"/>
                  <a:pt x="14208760" y="5220970"/>
                </a:cubicBezTo>
                <a:cubicBezTo>
                  <a:pt x="14406880" y="5275580"/>
                  <a:pt x="14610080" y="5349240"/>
                  <a:pt x="14780260" y="5444490"/>
                </a:cubicBezTo>
                <a:cubicBezTo>
                  <a:pt x="14951710" y="5538470"/>
                  <a:pt x="15106650" y="5659120"/>
                  <a:pt x="15232380" y="5787390"/>
                </a:cubicBezTo>
                <a:cubicBezTo>
                  <a:pt x="15356840" y="5914390"/>
                  <a:pt x="15450820" y="6062980"/>
                  <a:pt x="15530830" y="6209030"/>
                </a:cubicBezTo>
                <a:cubicBezTo>
                  <a:pt x="15612110" y="6355080"/>
                  <a:pt x="15664180" y="6508750"/>
                  <a:pt x="15713710" y="6662420"/>
                </a:cubicBezTo>
                <a:cubicBezTo>
                  <a:pt x="15763240" y="6817360"/>
                  <a:pt x="15802610" y="6972300"/>
                  <a:pt x="15829280" y="7132320"/>
                </a:cubicBezTo>
                <a:close/>
                <a:moveTo>
                  <a:pt x="16172180" y="7132320"/>
                </a:moveTo>
                <a:cubicBezTo>
                  <a:pt x="16207740" y="7308850"/>
                  <a:pt x="16242030" y="7494270"/>
                  <a:pt x="16230600" y="7675880"/>
                </a:cubicBezTo>
                <a:cubicBezTo>
                  <a:pt x="16217900" y="7857490"/>
                  <a:pt x="16182340" y="8051800"/>
                  <a:pt x="16097250" y="8224520"/>
                </a:cubicBezTo>
                <a:cubicBezTo>
                  <a:pt x="16012160" y="8397240"/>
                  <a:pt x="15877540" y="8569960"/>
                  <a:pt x="15716250" y="8710930"/>
                </a:cubicBezTo>
                <a:cubicBezTo>
                  <a:pt x="15554960" y="8851900"/>
                  <a:pt x="15340330" y="8973820"/>
                  <a:pt x="15128240" y="9070340"/>
                </a:cubicBezTo>
                <a:cubicBezTo>
                  <a:pt x="14916150" y="9168130"/>
                  <a:pt x="14671040" y="9236710"/>
                  <a:pt x="14442440" y="9293860"/>
                </a:cubicBezTo>
                <a:cubicBezTo>
                  <a:pt x="14212570" y="9352280"/>
                  <a:pt x="13977620" y="9387840"/>
                  <a:pt x="13751560" y="9419590"/>
                </a:cubicBezTo>
                <a:cubicBezTo>
                  <a:pt x="13525500" y="9452610"/>
                  <a:pt x="13305790" y="9475470"/>
                  <a:pt x="13087350" y="9488170"/>
                </a:cubicBezTo>
                <a:cubicBezTo>
                  <a:pt x="12867640" y="9502140"/>
                  <a:pt x="12650470" y="9509760"/>
                  <a:pt x="12435840" y="9499600"/>
                </a:cubicBezTo>
                <a:cubicBezTo>
                  <a:pt x="12221210" y="9490710"/>
                  <a:pt x="12006580" y="9469120"/>
                  <a:pt x="11800840" y="9431020"/>
                </a:cubicBezTo>
                <a:cubicBezTo>
                  <a:pt x="11595100" y="9392920"/>
                  <a:pt x="11394440" y="9337040"/>
                  <a:pt x="11205210" y="9272270"/>
                </a:cubicBezTo>
                <a:cubicBezTo>
                  <a:pt x="11014710" y="9208770"/>
                  <a:pt x="10835640" y="9128760"/>
                  <a:pt x="10660380" y="9046210"/>
                </a:cubicBezTo>
                <a:cubicBezTo>
                  <a:pt x="10485120" y="8962390"/>
                  <a:pt x="10316210" y="8873490"/>
                  <a:pt x="10154920" y="8774430"/>
                </a:cubicBezTo>
                <a:cubicBezTo>
                  <a:pt x="9992360" y="8676640"/>
                  <a:pt x="9827260" y="8572500"/>
                  <a:pt x="9688830" y="8454390"/>
                </a:cubicBezTo>
                <a:cubicBezTo>
                  <a:pt x="9549130" y="8335010"/>
                  <a:pt x="9409430" y="8202930"/>
                  <a:pt x="9319260" y="8061960"/>
                </a:cubicBezTo>
                <a:cubicBezTo>
                  <a:pt x="9230360" y="7919720"/>
                  <a:pt x="9163050" y="7757160"/>
                  <a:pt x="9150350" y="7603490"/>
                </a:cubicBezTo>
                <a:cubicBezTo>
                  <a:pt x="9136380" y="7448550"/>
                  <a:pt x="9174480" y="7279640"/>
                  <a:pt x="9239250" y="7132320"/>
                </a:cubicBezTo>
                <a:cubicBezTo>
                  <a:pt x="9304020" y="6985000"/>
                  <a:pt x="9425940" y="6842760"/>
                  <a:pt x="9540240" y="6718300"/>
                </a:cubicBezTo>
                <a:cubicBezTo>
                  <a:pt x="9654540" y="6592570"/>
                  <a:pt x="9801860" y="6487160"/>
                  <a:pt x="9926320" y="6384290"/>
                </a:cubicBezTo>
                <a:cubicBezTo>
                  <a:pt x="10049510" y="6280150"/>
                  <a:pt x="10172700" y="6192520"/>
                  <a:pt x="10285730" y="6097270"/>
                </a:cubicBezTo>
                <a:cubicBezTo>
                  <a:pt x="10398760" y="6002020"/>
                  <a:pt x="10494010" y="5909310"/>
                  <a:pt x="10603230" y="5812790"/>
                </a:cubicBezTo>
                <a:cubicBezTo>
                  <a:pt x="10712450" y="5716270"/>
                  <a:pt x="10815320" y="5613400"/>
                  <a:pt x="10941050" y="5520690"/>
                </a:cubicBezTo>
                <a:cubicBezTo>
                  <a:pt x="11066780" y="5429250"/>
                  <a:pt x="11203940" y="5335270"/>
                  <a:pt x="11357610" y="5259070"/>
                </a:cubicBezTo>
                <a:cubicBezTo>
                  <a:pt x="11512550" y="5182870"/>
                  <a:pt x="11685270" y="5116830"/>
                  <a:pt x="11864340" y="5063490"/>
                </a:cubicBezTo>
                <a:cubicBezTo>
                  <a:pt x="12043410" y="5010150"/>
                  <a:pt x="12236450" y="4970780"/>
                  <a:pt x="12435840" y="4940300"/>
                </a:cubicBezTo>
                <a:cubicBezTo>
                  <a:pt x="12635230" y="4909820"/>
                  <a:pt x="12843510" y="4888230"/>
                  <a:pt x="13058140" y="4880610"/>
                </a:cubicBezTo>
                <a:cubicBezTo>
                  <a:pt x="13272770" y="4871720"/>
                  <a:pt x="13501370" y="4869180"/>
                  <a:pt x="13724890" y="4892040"/>
                </a:cubicBezTo>
                <a:cubicBezTo>
                  <a:pt x="13948410" y="4914900"/>
                  <a:pt x="14187170" y="4950460"/>
                  <a:pt x="14400530" y="5015230"/>
                </a:cubicBezTo>
                <a:cubicBezTo>
                  <a:pt x="14615160" y="5080000"/>
                  <a:pt x="14829790" y="5170170"/>
                  <a:pt x="15008860" y="5279390"/>
                </a:cubicBezTo>
                <a:cubicBezTo>
                  <a:pt x="15189200" y="5388610"/>
                  <a:pt x="15346680" y="5527040"/>
                  <a:pt x="15477490" y="5669280"/>
                </a:cubicBezTo>
                <a:cubicBezTo>
                  <a:pt x="15608300" y="5811520"/>
                  <a:pt x="15706090" y="5971540"/>
                  <a:pt x="15794990" y="6130290"/>
                </a:cubicBezTo>
                <a:cubicBezTo>
                  <a:pt x="15885160" y="6289040"/>
                  <a:pt x="15951200" y="6452870"/>
                  <a:pt x="16014700" y="6619240"/>
                </a:cubicBezTo>
                <a:cubicBezTo>
                  <a:pt x="16076930" y="6786880"/>
                  <a:pt x="16135350" y="6955790"/>
                  <a:pt x="16172180" y="7132320"/>
                </a:cubicBezTo>
                <a:close/>
              </a:path>
            </a:pathLst>
          </a:custGeom>
          <a:noFill/>
          <a:ln w="9525">
            <a:solidFill>
              <a:schemeClr val="tx1">
                <a:alpha val="5000"/>
              </a:schemeClr>
            </a:solidFill>
            <a:prstDash val="solid"/>
            <a:round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Decoration"/>
          <p:cNvSpPr/>
          <p:nvPr/>
        </p:nvSpPr>
        <p:spPr>
          <a:xfrm>
            <a:off x="942340" y="1563624"/>
            <a:ext cx="558800" cy="381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853440" y="6426200"/>
            <a:ext cx="2682240" cy="279400"/>
          </a:xfrm>
        </p:spPr>
        <p:txBody>
          <a:bodyPr lIns="0" tIns="0" rIns="0" bIns="0" anchor="t"/>
          <a:lstStyle>
            <a:lvl1pPr algn="l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l"/>
            <a:fld id="{F8AC9CFA-795D-5D78-AAD1-B57643A1C4A1}" type="datetime1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10/14/2026</a:t>
            </a:fld>
            <a:endParaRPr lang="en-US" sz="1050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657600" y="6426200"/>
            <a:ext cx="4876800" cy="279400"/>
          </a:xfrm>
        </p:spPr>
        <p:txBody>
          <a:bodyPr lIns="0" tIns="0" rIns="0" bIns="0" anchor="t"/>
          <a:lstStyle>
            <a:lvl1pPr algn="ct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ctr"/>
            <a:endParaRPr lang="en-US" sz="105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656320" y="6426200"/>
            <a:ext cx="2682240" cy="279400"/>
          </a:xfrm>
        </p:spPr>
        <p:txBody>
          <a:bodyPr lIns="0" tIns="0" rIns="0" bIns="0" anchor="t"/>
          <a:lstStyle>
            <a:lvl1pPr algn="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r"/>
            <a:fld id="{90424072-9B84-3E57-65EE-5FE1D88252C7}" type="slidenum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05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gradFill flip="none" rotWithShape="1">
          <a:gsLst>
            <a:gs pos="0">
              <a:schemeClr val="bg2"/>
            </a:gs>
            <a:gs pos="45000">
              <a:schemeClr val="bg1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"/>
          <p:cNvSpPr/>
          <p:nvPr/>
        </p:nvSpPr>
        <p:spPr>
          <a:xfrm>
            <a:off x="-2926080" y="-4937760"/>
            <a:ext cx="8046720" cy="804672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16000"/>
                </a:schemeClr>
              </a:gs>
              <a:gs pos="37400">
                <a:schemeClr val="accent1">
                  <a:alpha val="7200"/>
                </a:scheme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Decoration"/>
          <p:cNvSpPr/>
          <p:nvPr/>
        </p:nvSpPr>
        <p:spPr>
          <a:xfrm>
            <a:off x="8046720" y="-5486400"/>
            <a:ext cx="7559040" cy="7559040"/>
          </a:xfrm>
          <a:prstGeom prst="ellipse">
            <a:avLst/>
          </a:prstGeom>
          <a:gradFill flip="none" rotWithShape="1">
            <a:gsLst>
              <a:gs pos="0">
                <a:schemeClr val="accent2">
                  <a:alpha val="13000"/>
                </a:schemeClr>
              </a:gs>
              <a:gs pos="37400">
                <a:schemeClr val="accent2">
                  <a:alpha val="5850"/>
                </a:schemeClr>
              </a:gs>
              <a:gs pos="68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Decoration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833350" y="7132320"/>
                </a:moveTo>
                <a:cubicBezTo>
                  <a:pt x="12837160" y="7150100"/>
                  <a:pt x="12835890" y="7170420"/>
                  <a:pt x="12832080" y="7189470"/>
                </a:cubicBezTo>
                <a:cubicBezTo>
                  <a:pt x="12827000" y="7207250"/>
                  <a:pt x="12818110" y="7226300"/>
                  <a:pt x="12807950" y="7242810"/>
                </a:cubicBezTo>
                <a:cubicBezTo>
                  <a:pt x="12796520" y="7260590"/>
                  <a:pt x="12783820" y="7277100"/>
                  <a:pt x="12768580" y="7292340"/>
                </a:cubicBezTo>
                <a:cubicBezTo>
                  <a:pt x="12754610" y="7308850"/>
                  <a:pt x="12739370" y="7324090"/>
                  <a:pt x="12722860" y="7339330"/>
                </a:cubicBezTo>
                <a:cubicBezTo>
                  <a:pt x="12706350" y="7354570"/>
                  <a:pt x="12688570" y="7369810"/>
                  <a:pt x="12669520" y="7383780"/>
                </a:cubicBezTo>
                <a:cubicBezTo>
                  <a:pt x="12649200" y="7396480"/>
                  <a:pt x="12626340" y="7410450"/>
                  <a:pt x="12602210" y="7420610"/>
                </a:cubicBezTo>
                <a:cubicBezTo>
                  <a:pt x="12576810" y="7430770"/>
                  <a:pt x="12548870" y="7438390"/>
                  <a:pt x="12520930" y="7442200"/>
                </a:cubicBezTo>
                <a:cubicBezTo>
                  <a:pt x="12494260" y="7444740"/>
                  <a:pt x="12463780" y="7444740"/>
                  <a:pt x="12435840" y="7440930"/>
                </a:cubicBezTo>
                <a:cubicBezTo>
                  <a:pt x="12407900" y="7437120"/>
                  <a:pt x="12381230" y="7429500"/>
                  <a:pt x="12355830" y="7420610"/>
                </a:cubicBezTo>
                <a:cubicBezTo>
                  <a:pt x="12331700" y="7412990"/>
                  <a:pt x="12308840" y="7401560"/>
                  <a:pt x="12287250" y="7390130"/>
                </a:cubicBezTo>
                <a:cubicBezTo>
                  <a:pt x="12265660" y="7378700"/>
                  <a:pt x="12246610" y="7367270"/>
                  <a:pt x="12228830" y="7355840"/>
                </a:cubicBezTo>
                <a:cubicBezTo>
                  <a:pt x="12211050" y="7343140"/>
                  <a:pt x="12193270" y="7331710"/>
                  <a:pt x="12178030" y="7317740"/>
                </a:cubicBezTo>
                <a:cubicBezTo>
                  <a:pt x="12162790" y="7305040"/>
                  <a:pt x="12147550" y="7291070"/>
                  <a:pt x="12136120" y="7277100"/>
                </a:cubicBezTo>
                <a:cubicBezTo>
                  <a:pt x="12123420" y="7261860"/>
                  <a:pt x="12113260" y="7246620"/>
                  <a:pt x="12105640" y="7230110"/>
                </a:cubicBezTo>
                <a:cubicBezTo>
                  <a:pt x="12098020" y="7214870"/>
                  <a:pt x="12092940" y="7198360"/>
                  <a:pt x="12089130" y="7181850"/>
                </a:cubicBezTo>
                <a:cubicBezTo>
                  <a:pt x="12085320" y="7165340"/>
                  <a:pt x="12084050" y="7148830"/>
                  <a:pt x="12082780" y="7132320"/>
                </a:cubicBezTo>
                <a:cubicBezTo>
                  <a:pt x="12081510" y="7115810"/>
                  <a:pt x="12080240" y="7099300"/>
                  <a:pt x="12082780" y="7081520"/>
                </a:cubicBezTo>
                <a:cubicBezTo>
                  <a:pt x="12085320" y="7065010"/>
                  <a:pt x="12087860" y="7047230"/>
                  <a:pt x="12095480" y="7030720"/>
                </a:cubicBezTo>
                <a:cubicBezTo>
                  <a:pt x="12101830" y="7014210"/>
                  <a:pt x="12111990" y="6997700"/>
                  <a:pt x="12125960" y="6983730"/>
                </a:cubicBezTo>
                <a:cubicBezTo>
                  <a:pt x="12139930" y="6969760"/>
                  <a:pt x="12158980" y="6957060"/>
                  <a:pt x="12179300" y="6948170"/>
                </a:cubicBezTo>
                <a:cubicBezTo>
                  <a:pt x="12199620" y="6939280"/>
                  <a:pt x="12225020" y="6932930"/>
                  <a:pt x="12247880" y="6929120"/>
                </a:cubicBezTo>
                <a:cubicBezTo>
                  <a:pt x="12270740" y="6925310"/>
                  <a:pt x="12294870" y="6925310"/>
                  <a:pt x="12316460" y="6925310"/>
                </a:cubicBezTo>
                <a:cubicBezTo>
                  <a:pt x="12339320" y="6925310"/>
                  <a:pt x="12359640" y="6926580"/>
                  <a:pt x="12378690" y="6927850"/>
                </a:cubicBezTo>
                <a:cubicBezTo>
                  <a:pt x="12399010" y="6927850"/>
                  <a:pt x="12416790" y="6927850"/>
                  <a:pt x="12435840" y="6927850"/>
                </a:cubicBezTo>
                <a:cubicBezTo>
                  <a:pt x="12454890" y="6927850"/>
                  <a:pt x="12472670" y="6926580"/>
                  <a:pt x="12492990" y="6926580"/>
                </a:cubicBezTo>
                <a:cubicBezTo>
                  <a:pt x="12512040" y="6927850"/>
                  <a:pt x="12532360" y="6927850"/>
                  <a:pt x="12552680" y="6930390"/>
                </a:cubicBezTo>
                <a:cubicBezTo>
                  <a:pt x="12571730" y="6932930"/>
                  <a:pt x="12593320" y="6936740"/>
                  <a:pt x="12612370" y="6941820"/>
                </a:cubicBezTo>
                <a:cubicBezTo>
                  <a:pt x="12631420" y="6948170"/>
                  <a:pt x="12650470" y="6955790"/>
                  <a:pt x="12668250" y="6964680"/>
                </a:cubicBezTo>
                <a:cubicBezTo>
                  <a:pt x="12687300" y="6973570"/>
                  <a:pt x="12705080" y="6983730"/>
                  <a:pt x="12721590" y="6995160"/>
                </a:cubicBezTo>
                <a:cubicBezTo>
                  <a:pt x="12738100" y="7006590"/>
                  <a:pt x="12754610" y="7019290"/>
                  <a:pt x="12769850" y="7033260"/>
                </a:cubicBezTo>
                <a:cubicBezTo>
                  <a:pt x="12785090" y="7047230"/>
                  <a:pt x="12799060" y="7062470"/>
                  <a:pt x="12810490" y="7078980"/>
                </a:cubicBezTo>
                <a:cubicBezTo>
                  <a:pt x="12820650" y="7095490"/>
                  <a:pt x="12829540" y="7114540"/>
                  <a:pt x="12833350" y="7132320"/>
                </a:cubicBezTo>
                <a:close/>
                <a:moveTo>
                  <a:pt x="13130530" y="7132320"/>
                </a:moveTo>
                <a:cubicBezTo>
                  <a:pt x="13134340" y="7164070"/>
                  <a:pt x="13130530" y="7198360"/>
                  <a:pt x="13121640" y="7230110"/>
                </a:cubicBezTo>
                <a:cubicBezTo>
                  <a:pt x="13112750" y="7263130"/>
                  <a:pt x="13096240" y="7293610"/>
                  <a:pt x="13078460" y="7324090"/>
                </a:cubicBezTo>
                <a:cubicBezTo>
                  <a:pt x="13060680" y="7354570"/>
                  <a:pt x="13037820" y="7382510"/>
                  <a:pt x="13014960" y="7411720"/>
                </a:cubicBezTo>
                <a:cubicBezTo>
                  <a:pt x="12992100" y="7439660"/>
                  <a:pt x="12967970" y="7467600"/>
                  <a:pt x="12940030" y="7495540"/>
                </a:cubicBezTo>
                <a:cubicBezTo>
                  <a:pt x="12910820" y="7522210"/>
                  <a:pt x="12881610" y="7550150"/>
                  <a:pt x="12846050" y="7574280"/>
                </a:cubicBezTo>
                <a:cubicBezTo>
                  <a:pt x="12810490" y="7597140"/>
                  <a:pt x="12769850" y="7620000"/>
                  <a:pt x="12725400" y="7635240"/>
                </a:cubicBezTo>
                <a:cubicBezTo>
                  <a:pt x="12682220" y="7651750"/>
                  <a:pt x="12631420" y="7661910"/>
                  <a:pt x="12583160" y="7665720"/>
                </a:cubicBezTo>
                <a:cubicBezTo>
                  <a:pt x="12534900" y="7669530"/>
                  <a:pt x="12482830" y="7665720"/>
                  <a:pt x="12435840" y="7658100"/>
                </a:cubicBezTo>
                <a:cubicBezTo>
                  <a:pt x="12388850" y="7650480"/>
                  <a:pt x="12343130" y="7636510"/>
                  <a:pt x="12301220" y="7621270"/>
                </a:cubicBezTo>
                <a:cubicBezTo>
                  <a:pt x="12258040" y="7607300"/>
                  <a:pt x="12219940" y="7589520"/>
                  <a:pt x="12183110" y="7570470"/>
                </a:cubicBezTo>
                <a:cubicBezTo>
                  <a:pt x="12146280" y="7552690"/>
                  <a:pt x="12113260" y="7534910"/>
                  <a:pt x="12081510" y="7514590"/>
                </a:cubicBezTo>
                <a:cubicBezTo>
                  <a:pt x="12048490" y="7495540"/>
                  <a:pt x="12018010" y="7475220"/>
                  <a:pt x="11991340" y="7452360"/>
                </a:cubicBezTo>
                <a:cubicBezTo>
                  <a:pt x="11963400" y="7430770"/>
                  <a:pt x="11938000" y="7406640"/>
                  <a:pt x="11917680" y="7381240"/>
                </a:cubicBezTo>
                <a:cubicBezTo>
                  <a:pt x="11897360" y="7355840"/>
                  <a:pt x="11880850" y="7329170"/>
                  <a:pt x="11866880" y="7302500"/>
                </a:cubicBezTo>
                <a:cubicBezTo>
                  <a:pt x="11854180" y="7274560"/>
                  <a:pt x="11844020" y="7246620"/>
                  <a:pt x="11836400" y="7218680"/>
                </a:cubicBezTo>
                <a:cubicBezTo>
                  <a:pt x="11828780" y="7189470"/>
                  <a:pt x="11823700" y="7161530"/>
                  <a:pt x="11819890" y="7132320"/>
                </a:cubicBezTo>
                <a:cubicBezTo>
                  <a:pt x="11817350" y="7103110"/>
                  <a:pt x="11813540" y="7073900"/>
                  <a:pt x="11817350" y="7043420"/>
                </a:cubicBezTo>
                <a:cubicBezTo>
                  <a:pt x="11821160" y="7014210"/>
                  <a:pt x="11826240" y="6982460"/>
                  <a:pt x="11840210" y="6954520"/>
                </a:cubicBezTo>
                <a:cubicBezTo>
                  <a:pt x="11854180" y="6926580"/>
                  <a:pt x="11875770" y="6898640"/>
                  <a:pt x="11902440" y="6875780"/>
                </a:cubicBezTo>
                <a:cubicBezTo>
                  <a:pt x="11929110" y="6852920"/>
                  <a:pt x="11965940" y="6833870"/>
                  <a:pt x="12001500" y="6819900"/>
                </a:cubicBezTo>
                <a:cubicBezTo>
                  <a:pt x="12038330" y="6805930"/>
                  <a:pt x="12081510" y="6798310"/>
                  <a:pt x="12120880" y="6791960"/>
                </a:cubicBezTo>
                <a:cubicBezTo>
                  <a:pt x="12158980" y="6786880"/>
                  <a:pt x="12199620" y="6786880"/>
                  <a:pt x="12236450" y="6784340"/>
                </a:cubicBezTo>
                <a:cubicBezTo>
                  <a:pt x="12272010" y="6783070"/>
                  <a:pt x="12306300" y="6784340"/>
                  <a:pt x="12339320" y="6783070"/>
                </a:cubicBezTo>
                <a:cubicBezTo>
                  <a:pt x="12372340" y="6780530"/>
                  <a:pt x="12402820" y="6777990"/>
                  <a:pt x="12435840" y="6776720"/>
                </a:cubicBezTo>
                <a:cubicBezTo>
                  <a:pt x="12468860" y="6774180"/>
                  <a:pt x="12501880" y="6770370"/>
                  <a:pt x="12536170" y="6770370"/>
                </a:cubicBezTo>
                <a:cubicBezTo>
                  <a:pt x="12570460" y="6770370"/>
                  <a:pt x="12606020" y="6770370"/>
                  <a:pt x="12641580" y="6775450"/>
                </a:cubicBezTo>
                <a:cubicBezTo>
                  <a:pt x="12675870" y="6780530"/>
                  <a:pt x="12711430" y="6788150"/>
                  <a:pt x="12745720" y="6798310"/>
                </a:cubicBezTo>
                <a:cubicBezTo>
                  <a:pt x="12780010" y="6808470"/>
                  <a:pt x="12813030" y="6821170"/>
                  <a:pt x="12846050" y="6836410"/>
                </a:cubicBezTo>
                <a:cubicBezTo>
                  <a:pt x="12879070" y="6851650"/>
                  <a:pt x="12910820" y="6869430"/>
                  <a:pt x="12941300" y="6889750"/>
                </a:cubicBezTo>
                <a:cubicBezTo>
                  <a:pt x="12971780" y="6908800"/>
                  <a:pt x="13002260" y="6930390"/>
                  <a:pt x="13027660" y="6955790"/>
                </a:cubicBezTo>
                <a:cubicBezTo>
                  <a:pt x="13054330" y="6979920"/>
                  <a:pt x="13079730" y="7007860"/>
                  <a:pt x="13097510" y="7037070"/>
                </a:cubicBezTo>
                <a:cubicBezTo>
                  <a:pt x="13114020" y="7067550"/>
                  <a:pt x="13126720" y="7100570"/>
                  <a:pt x="13130530" y="7132320"/>
                </a:cubicBezTo>
                <a:close/>
                <a:moveTo>
                  <a:pt x="13430250" y="7132320"/>
                </a:moveTo>
                <a:cubicBezTo>
                  <a:pt x="13432790" y="7178040"/>
                  <a:pt x="13423900" y="7226300"/>
                  <a:pt x="13409930" y="7272020"/>
                </a:cubicBezTo>
                <a:cubicBezTo>
                  <a:pt x="13397230" y="7317740"/>
                  <a:pt x="13373100" y="7360920"/>
                  <a:pt x="13348970" y="7404100"/>
                </a:cubicBezTo>
                <a:cubicBezTo>
                  <a:pt x="13324840" y="7448550"/>
                  <a:pt x="13296900" y="7489190"/>
                  <a:pt x="13266420" y="7531100"/>
                </a:cubicBezTo>
                <a:cubicBezTo>
                  <a:pt x="13234670" y="7573010"/>
                  <a:pt x="13202920" y="7616190"/>
                  <a:pt x="13162280" y="7655560"/>
                </a:cubicBezTo>
                <a:cubicBezTo>
                  <a:pt x="13122910" y="7694930"/>
                  <a:pt x="13078460" y="7736840"/>
                  <a:pt x="13026390" y="7768590"/>
                </a:cubicBezTo>
                <a:cubicBezTo>
                  <a:pt x="12974320" y="7801610"/>
                  <a:pt x="12913360" y="7832090"/>
                  <a:pt x="12849860" y="7851140"/>
                </a:cubicBezTo>
                <a:cubicBezTo>
                  <a:pt x="12785090" y="7870190"/>
                  <a:pt x="12712700" y="7881620"/>
                  <a:pt x="12642850" y="7884160"/>
                </a:cubicBezTo>
                <a:cubicBezTo>
                  <a:pt x="12574270" y="7886700"/>
                  <a:pt x="12501880" y="7877810"/>
                  <a:pt x="12435840" y="7866380"/>
                </a:cubicBezTo>
                <a:cubicBezTo>
                  <a:pt x="12369800" y="7853680"/>
                  <a:pt x="12306300" y="7833360"/>
                  <a:pt x="12247880" y="7814310"/>
                </a:cubicBezTo>
                <a:cubicBezTo>
                  <a:pt x="12188190" y="7793990"/>
                  <a:pt x="12134850" y="7771130"/>
                  <a:pt x="12082780" y="7747000"/>
                </a:cubicBezTo>
                <a:cubicBezTo>
                  <a:pt x="12029440" y="7722870"/>
                  <a:pt x="11981180" y="7698740"/>
                  <a:pt x="11934190" y="7672070"/>
                </a:cubicBezTo>
                <a:cubicBezTo>
                  <a:pt x="11888470" y="7645400"/>
                  <a:pt x="11844020" y="7617460"/>
                  <a:pt x="11804650" y="7585710"/>
                </a:cubicBezTo>
                <a:cubicBezTo>
                  <a:pt x="11766550" y="7555230"/>
                  <a:pt x="11730990" y="7520940"/>
                  <a:pt x="11701780" y="7485380"/>
                </a:cubicBezTo>
                <a:cubicBezTo>
                  <a:pt x="11672570" y="7449820"/>
                  <a:pt x="11649710" y="7411720"/>
                  <a:pt x="11629390" y="7372350"/>
                </a:cubicBezTo>
                <a:cubicBezTo>
                  <a:pt x="11610340" y="7334250"/>
                  <a:pt x="11595100" y="7294880"/>
                  <a:pt x="11582400" y="7254240"/>
                </a:cubicBezTo>
                <a:cubicBezTo>
                  <a:pt x="11569700" y="7214870"/>
                  <a:pt x="11558270" y="7174230"/>
                  <a:pt x="11551920" y="7132320"/>
                </a:cubicBezTo>
                <a:cubicBezTo>
                  <a:pt x="11545570" y="7090410"/>
                  <a:pt x="11540490" y="7047230"/>
                  <a:pt x="11546840" y="7005320"/>
                </a:cubicBezTo>
                <a:cubicBezTo>
                  <a:pt x="11551920" y="6962140"/>
                  <a:pt x="11563350" y="6917690"/>
                  <a:pt x="11586210" y="6879590"/>
                </a:cubicBezTo>
                <a:cubicBezTo>
                  <a:pt x="11610340" y="6840220"/>
                  <a:pt x="11644630" y="6802120"/>
                  <a:pt x="11686540" y="6771640"/>
                </a:cubicBezTo>
                <a:cubicBezTo>
                  <a:pt x="11728450" y="6742430"/>
                  <a:pt x="11783060" y="6718300"/>
                  <a:pt x="11835130" y="6700520"/>
                </a:cubicBezTo>
                <a:cubicBezTo>
                  <a:pt x="11888470" y="6682740"/>
                  <a:pt x="11948160" y="6673850"/>
                  <a:pt x="12002770" y="6664960"/>
                </a:cubicBezTo>
                <a:cubicBezTo>
                  <a:pt x="12056110" y="6657340"/>
                  <a:pt x="12109450" y="6656070"/>
                  <a:pt x="12158980" y="6650990"/>
                </a:cubicBezTo>
                <a:cubicBezTo>
                  <a:pt x="12208510" y="6647180"/>
                  <a:pt x="12252960" y="6643370"/>
                  <a:pt x="12298680" y="6638290"/>
                </a:cubicBezTo>
                <a:cubicBezTo>
                  <a:pt x="12345670" y="6631940"/>
                  <a:pt x="12388850" y="6624320"/>
                  <a:pt x="12435840" y="6619240"/>
                </a:cubicBezTo>
                <a:cubicBezTo>
                  <a:pt x="12482830" y="6614160"/>
                  <a:pt x="12531090" y="6607810"/>
                  <a:pt x="12580620" y="6607810"/>
                </a:cubicBezTo>
                <a:cubicBezTo>
                  <a:pt x="12630150" y="6606540"/>
                  <a:pt x="12682220" y="6609080"/>
                  <a:pt x="12733020" y="6615430"/>
                </a:cubicBezTo>
                <a:cubicBezTo>
                  <a:pt x="12783820" y="6623050"/>
                  <a:pt x="12834620" y="6634480"/>
                  <a:pt x="12884150" y="6649720"/>
                </a:cubicBezTo>
                <a:cubicBezTo>
                  <a:pt x="12933680" y="6663690"/>
                  <a:pt x="12981940" y="6682740"/>
                  <a:pt x="13030200" y="6704330"/>
                </a:cubicBezTo>
                <a:cubicBezTo>
                  <a:pt x="13077190" y="6725920"/>
                  <a:pt x="13125450" y="6750050"/>
                  <a:pt x="13169900" y="6779260"/>
                </a:cubicBezTo>
                <a:cubicBezTo>
                  <a:pt x="13214350" y="6807200"/>
                  <a:pt x="13260070" y="6838950"/>
                  <a:pt x="13296900" y="6875780"/>
                </a:cubicBezTo>
                <a:cubicBezTo>
                  <a:pt x="13333730" y="6911340"/>
                  <a:pt x="13369290" y="6953250"/>
                  <a:pt x="13390880" y="6995160"/>
                </a:cubicBezTo>
                <a:cubicBezTo>
                  <a:pt x="13413740" y="7038340"/>
                  <a:pt x="13426440" y="7086600"/>
                  <a:pt x="13430250" y="7132320"/>
                </a:cubicBezTo>
                <a:close/>
                <a:moveTo>
                  <a:pt x="13727430" y="7132320"/>
                </a:moveTo>
                <a:cubicBezTo>
                  <a:pt x="13728700" y="7192010"/>
                  <a:pt x="13713460" y="7254240"/>
                  <a:pt x="13696950" y="7312660"/>
                </a:cubicBezTo>
                <a:cubicBezTo>
                  <a:pt x="13679170" y="7372350"/>
                  <a:pt x="13651230" y="7429500"/>
                  <a:pt x="13622020" y="7486650"/>
                </a:cubicBezTo>
                <a:cubicBezTo>
                  <a:pt x="13594080" y="7543800"/>
                  <a:pt x="13562330" y="7599680"/>
                  <a:pt x="13522960" y="7655560"/>
                </a:cubicBezTo>
                <a:cubicBezTo>
                  <a:pt x="13484860" y="7711440"/>
                  <a:pt x="13445490" y="7769860"/>
                  <a:pt x="13392150" y="7820660"/>
                </a:cubicBezTo>
                <a:cubicBezTo>
                  <a:pt x="13340080" y="7872730"/>
                  <a:pt x="13280390" y="7926070"/>
                  <a:pt x="13209270" y="7966710"/>
                </a:cubicBezTo>
                <a:cubicBezTo>
                  <a:pt x="13139420" y="8006080"/>
                  <a:pt x="13055600" y="8041640"/>
                  <a:pt x="12970510" y="8063230"/>
                </a:cubicBezTo>
                <a:cubicBezTo>
                  <a:pt x="12886690" y="8083550"/>
                  <a:pt x="12790170" y="8092440"/>
                  <a:pt x="12701270" y="8092440"/>
                </a:cubicBezTo>
                <a:cubicBezTo>
                  <a:pt x="12612370" y="8092440"/>
                  <a:pt x="12519660" y="8078470"/>
                  <a:pt x="12435840" y="8063230"/>
                </a:cubicBezTo>
                <a:cubicBezTo>
                  <a:pt x="12352020" y="8047990"/>
                  <a:pt x="12272010" y="8022590"/>
                  <a:pt x="12195810" y="7999730"/>
                </a:cubicBezTo>
                <a:cubicBezTo>
                  <a:pt x="12120880" y="7975600"/>
                  <a:pt x="12049760" y="7948930"/>
                  <a:pt x="11982450" y="7919720"/>
                </a:cubicBezTo>
                <a:cubicBezTo>
                  <a:pt x="11915140" y="7891780"/>
                  <a:pt x="11849100" y="7862570"/>
                  <a:pt x="11789410" y="7829550"/>
                </a:cubicBezTo>
                <a:cubicBezTo>
                  <a:pt x="11728450" y="7795260"/>
                  <a:pt x="11671300" y="7759700"/>
                  <a:pt x="11621770" y="7719060"/>
                </a:cubicBezTo>
                <a:cubicBezTo>
                  <a:pt x="11570970" y="7678420"/>
                  <a:pt x="11526520" y="7633970"/>
                  <a:pt x="11488420" y="7588250"/>
                </a:cubicBezTo>
                <a:cubicBezTo>
                  <a:pt x="11450320" y="7542530"/>
                  <a:pt x="11421110" y="7493000"/>
                  <a:pt x="11393170" y="7443470"/>
                </a:cubicBezTo>
                <a:cubicBezTo>
                  <a:pt x="11365230" y="7393940"/>
                  <a:pt x="11343640" y="7343140"/>
                  <a:pt x="11323320" y="7291070"/>
                </a:cubicBezTo>
                <a:cubicBezTo>
                  <a:pt x="11304270" y="7240270"/>
                  <a:pt x="11286490" y="7186930"/>
                  <a:pt x="11277600" y="7132320"/>
                </a:cubicBezTo>
                <a:cubicBezTo>
                  <a:pt x="11268710" y="7077710"/>
                  <a:pt x="11262360" y="7020560"/>
                  <a:pt x="11272520" y="6965950"/>
                </a:cubicBezTo>
                <a:cubicBezTo>
                  <a:pt x="11282680" y="6911340"/>
                  <a:pt x="11303000" y="6852920"/>
                  <a:pt x="11337290" y="6804660"/>
                </a:cubicBezTo>
                <a:cubicBezTo>
                  <a:pt x="11372850" y="6756400"/>
                  <a:pt x="11424920" y="6709410"/>
                  <a:pt x="11482070" y="6673850"/>
                </a:cubicBezTo>
                <a:cubicBezTo>
                  <a:pt x="11540490" y="6638290"/>
                  <a:pt x="11614150" y="6610350"/>
                  <a:pt x="11682730" y="6590030"/>
                </a:cubicBezTo>
                <a:cubicBezTo>
                  <a:pt x="11751310" y="6568440"/>
                  <a:pt x="11826240" y="6558280"/>
                  <a:pt x="11892280" y="6546850"/>
                </a:cubicBezTo>
                <a:cubicBezTo>
                  <a:pt x="11959590" y="6535420"/>
                  <a:pt x="12023090" y="6530340"/>
                  <a:pt x="12084050" y="6520180"/>
                </a:cubicBezTo>
                <a:cubicBezTo>
                  <a:pt x="12145010" y="6511290"/>
                  <a:pt x="12199620" y="6499860"/>
                  <a:pt x="12258040" y="6489700"/>
                </a:cubicBezTo>
                <a:cubicBezTo>
                  <a:pt x="12316460" y="6479540"/>
                  <a:pt x="12374880" y="6464300"/>
                  <a:pt x="12435840" y="6456680"/>
                </a:cubicBezTo>
                <a:cubicBezTo>
                  <a:pt x="12496800" y="6447790"/>
                  <a:pt x="12562840" y="6438900"/>
                  <a:pt x="12627610" y="6438900"/>
                </a:cubicBezTo>
                <a:cubicBezTo>
                  <a:pt x="12692380" y="6437630"/>
                  <a:pt x="12760960" y="6441440"/>
                  <a:pt x="12828270" y="6451600"/>
                </a:cubicBezTo>
                <a:cubicBezTo>
                  <a:pt x="12894310" y="6460490"/>
                  <a:pt x="12960350" y="6477000"/>
                  <a:pt x="13026390" y="6496050"/>
                </a:cubicBezTo>
                <a:cubicBezTo>
                  <a:pt x="13092430" y="6515100"/>
                  <a:pt x="13157200" y="6539230"/>
                  <a:pt x="13220700" y="6567170"/>
                </a:cubicBezTo>
                <a:cubicBezTo>
                  <a:pt x="13285470" y="6595110"/>
                  <a:pt x="13351510" y="6625590"/>
                  <a:pt x="13409930" y="6663690"/>
                </a:cubicBezTo>
                <a:cubicBezTo>
                  <a:pt x="13469620" y="6701790"/>
                  <a:pt x="13529310" y="6743700"/>
                  <a:pt x="13576300" y="6791960"/>
                </a:cubicBezTo>
                <a:cubicBezTo>
                  <a:pt x="13623290" y="6840220"/>
                  <a:pt x="13663930" y="6896100"/>
                  <a:pt x="13689330" y="6953250"/>
                </a:cubicBezTo>
                <a:cubicBezTo>
                  <a:pt x="13714730" y="7009130"/>
                  <a:pt x="13726160" y="7072630"/>
                  <a:pt x="13727430" y="7132320"/>
                </a:cubicBezTo>
                <a:close/>
                <a:moveTo>
                  <a:pt x="14022070" y="7132320"/>
                </a:moveTo>
                <a:cubicBezTo>
                  <a:pt x="14020800" y="7205980"/>
                  <a:pt x="14001750" y="7280910"/>
                  <a:pt x="13982700" y="7353300"/>
                </a:cubicBezTo>
                <a:cubicBezTo>
                  <a:pt x="13962380" y="7426960"/>
                  <a:pt x="13933170" y="7498080"/>
                  <a:pt x="13901420" y="7569200"/>
                </a:cubicBezTo>
                <a:cubicBezTo>
                  <a:pt x="13869670" y="7641590"/>
                  <a:pt x="13835380" y="7713980"/>
                  <a:pt x="13789660" y="7783830"/>
                </a:cubicBezTo>
                <a:cubicBezTo>
                  <a:pt x="13743940" y="7853680"/>
                  <a:pt x="13694410" y="7927340"/>
                  <a:pt x="13628370" y="7990840"/>
                </a:cubicBezTo>
                <a:cubicBezTo>
                  <a:pt x="13562330" y="8054340"/>
                  <a:pt x="13482320" y="8116570"/>
                  <a:pt x="13392150" y="8163560"/>
                </a:cubicBezTo>
                <a:cubicBezTo>
                  <a:pt x="13301980" y="8209280"/>
                  <a:pt x="13195300" y="8246110"/>
                  <a:pt x="13088620" y="8266430"/>
                </a:cubicBezTo>
                <a:cubicBezTo>
                  <a:pt x="12981940" y="8288020"/>
                  <a:pt x="12865100" y="8293100"/>
                  <a:pt x="12755880" y="8290560"/>
                </a:cubicBezTo>
                <a:cubicBezTo>
                  <a:pt x="12646660" y="8288020"/>
                  <a:pt x="12537440" y="8270240"/>
                  <a:pt x="12435840" y="8251190"/>
                </a:cubicBezTo>
                <a:cubicBezTo>
                  <a:pt x="12334240" y="8233410"/>
                  <a:pt x="12238990" y="8206740"/>
                  <a:pt x="12146280" y="8180070"/>
                </a:cubicBezTo>
                <a:cubicBezTo>
                  <a:pt x="12054840" y="8153400"/>
                  <a:pt x="11967210" y="8124190"/>
                  <a:pt x="11883390" y="8092440"/>
                </a:cubicBezTo>
                <a:cubicBezTo>
                  <a:pt x="11799570" y="8059420"/>
                  <a:pt x="11718290" y="8025130"/>
                  <a:pt x="11644630" y="7985760"/>
                </a:cubicBezTo>
                <a:cubicBezTo>
                  <a:pt x="11569700" y="7945120"/>
                  <a:pt x="11499850" y="7899400"/>
                  <a:pt x="11438890" y="7849870"/>
                </a:cubicBezTo>
                <a:cubicBezTo>
                  <a:pt x="11377930" y="7800340"/>
                  <a:pt x="11324590" y="7745730"/>
                  <a:pt x="11277600" y="7689850"/>
                </a:cubicBezTo>
                <a:cubicBezTo>
                  <a:pt x="11229340" y="7633970"/>
                  <a:pt x="11191240" y="7574280"/>
                  <a:pt x="11154410" y="7514590"/>
                </a:cubicBezTo>
                <a:cubicBezTo>
                  <a:pt x="11117580" y="7454900"/>
                  <a:pt x="11085830" y="7392670"/>
                  <a:pt x="11059160" y="7329170"/>
                </a:cubicBezTo>
                <a:cubicBezTo>
                  <a:pt x="11032490" y="7265670"/>
                  <a:pt x="11007090" y="7199630"/>
                  <a:pt x="10996930" y="7132320"/>
                </a:cubicBezTo>
                <a:cubicBezTo>
                  <a:pt x="10986770" y="7065010"/>
                  <a:pt x="10981690" y="6992620"/>
                  <a:pt x="10999470" y="6926580"/>
                </a:cubicBezTo>
                <a:cubicBezTo>
                  <a:pt x="11015980" y="6860540"/>
                  <a:pt x="11050270" y="6790690"/>
                  <a:pt x="11098530" y="6733540"/>
                </a:cubicBezTo>
                <a:cubicBezTo>
                  <a:pt x="11148060" y="6676390"/>
                  <a:pt x="11220450" y="6624320"/>
                  <a:pt x="11294110" y="6583680"/>
                </a:cubicBezTo>
                <a:cubicBezTo>
                  <a:pt x="11367770" y="6543040"/>
                  <a:pt x="11459210" y="6513830"/>
                  <a:pt x="11541760" y="6488430"/>
                </a:cubicBezTo>
                <a:cubicBezTo>
                  <a:pt x="11624310" y="6464300"/>
                  <a:pt x="11710670" y="6450330"/>
                  <a:pt x="11788140" y="6433820"/>
                </a:cubicBezTo>
                <a:cubicBezTo>
                  <a:pt x="11865610" y="6417310"/>
                  <a:pt x="11936730" y="6404610"/>
                  <a:pt x="12007850" y="6388100"/>
                </a:cubicBezTo>
                <a:cubicBezTo>
                  <a:pt x="12078970" y="6371590"/>
                  <a:pt x="12143740" y="6352540"/>
                  <a:pt x="12216130" y="6334760"/>
                </a:cubicBezTo>
                <a:cubicBezTo>
                  <a:pt x="12287250" y="6318250"/>
                  <a:pt x="12359640" y="6297930"/>
                  <a:pt x="12435840" y="6286500"/>
                </a:cubicBezTo>
                <a:cubicBezTo>
                  <a:pt x="12512040" y="6273800"/>
                  <a:pt x="12594590" y="6264910"/>
                  <a:pt x="12675870" y="6263640"/>
                </a:cubicBezTo>
                <a:cubicBezTo>
                  <a:pt x="12757150" y="6263640"/>
                  <a:pt x="12842240" y="6269990"/>
                  <a:pt x="12924790" y="6282690"/>
                </a:cubicBezTo>
                <a:cubicBezTo>
                  <a:pt x="13007340" y="6294120"/>
                  <a:pt x="13091160" y="6313170"/>
                  <a:pt x="13173710" y="6337300"/>
                </a:cubicBezTo>
                <a:cubicBezTo>
                  <a:pt x="13256260" y="6360160"/>
                  <a:pt x="13340080" y="6388100"/>
                  <a:pt x="13421360" y="6422390"/>
                </a:cubicBezTo>
                <a:cubicBezTo>
                  <a:pt x="13502640" y="6456680"/>
                  <a:pt x="13586460" y="6496050"/>
                  <a:pt x="13660120" y="6543040"/>
                </a:cubicBezTo>
                <a:cubicBezTo>
                  <a:pt x="13733780" y="6590030"/>
                  <a:pt x="13807440" y="6645910"/>
                  <a:pt x="13862050" y="6706870"/>
                </a:cubicBezTo>
                <a:cubicBezTo>
                  <a:pt x="13915390" y="6767830"/>
                  <a:pt x="13961110" y="6838950"/>
                  <a:pt x="13987780" y="6910070"/>
                </a:cubicBezTo>
                <a:cubicBezTo>
                  <a:pt x="14014450" y="6981190"/>
                  <a:pt x="14022070" y="7058660"/>
                  <a:pt x="14022070" y="7132320"/>
                </a:cubicBezTo>
                <a:close/>
                <a:moveTo>
                  <a:pt x="14312900" y="7132320"/>
                </a:moveTo>
                <a:cubicBezTo>
                  <a:pt x="14310360" y="7219950"/>
                  <a:pt x="14291310" y="7307580"/>
                  <a:pt x="14270990" y="7395210"/>
                </a:cubicBezTo>
                <a:cubicBezTo>
                  <a:pt x="14250670" y="7482840"/>
                  <a:pt x="14224000" y="7567930"/>
                  <a:pt x="14189710" y="7655560"/>
                </a:cubicBezTo>
                <a:cubicBezTo>
                  <a:pt x="14155420" y="7741920"/>
                  <a:pt x="14119860" y="7832090"/>
                  <a:pt x="14065250" y="7915910"/>
                </a:cubicBezTo>
                <a:cubicBezTo>
                  <a:pt x="14011910" y="8001000"/>
                  <a:pt x="13949680" y="8089900"/>
                  <a:pt x="13867130" y="8162290"/>
                </a:cubicBezTo>
                <a:cubicBezTo>
                  <a:pt x="13784580" y="8235950"/>
                  <a:pt x="13681710" y="8305800"/>
                  <a:pt x="13571220" y="8355330"/>
                </a:cubicBezTo>
                <a:cubicBezTo>
                  <a:pt x="13459460" y="8404860"/>
                  <a:pt x="13327380" y="8440420"/>
                  <a:pt x="13200380" y="8460740"/>
                </a:cubicBezTo>
                <a:cubicBezTo>
                  <a:pt x="13073380" y="8481060"/>
                  <a:pt x="12934950" y="8482330"/>
                  <a:pt x="12807950" y="8477250"/>
                </a:cubicBezTo>
                <a:cubicBezTo>
                  <a:pt x="12679680" y="8472170"/>
                  <a:pt x="12553950" y="8451850"/>
                  <a:pt x="12435840" y="8432800"/>
                </a:cubicBezTo>
                <a:cubicBezTo>
                  <a:pt x="12317730" y="8412480"/>
                  <a:pt x="12205970" y="8387080"/>
                  <a:pt x="12096750" y="8357870"/>
                </a:cubicBezTo>
                <a:cubicBezTo>
                  <a:pt x="11988800" y="8329930"/>
                  <a:pt x="11884660" y="8300720"/>
                  <a:pt x="11784330" y="8263890"/>
                </a:cubicBezTo>
                <a:cubicBezTo>
                  <a:pt x="11685270" y="8228330"/>
                  <a:pt x="11588750" y="8187690"/>
                  <a:pt x="11501120" y="8140700"/>
                </a:cubicBezTo>
                <a:cubicBezTo>
                  <a:pt x="11413490" y="8092440"/>
                  <a:pt x="11330940" y="8037830"/>
                  <a:pt x="11258550" y="7979410"/>
                </a:cubicBezTo>
                <a:cubicBezTo>
                  <a:pt x="11186160" y="7922260"/>
                  <a:pt x="11123930" y="7856220"/>
                  <a:pt x="11065510" y="7791450"/>
                </a:cubicBezTo>
                <a:cubicBezTo>
                  <a:pt x="11008360" y="7725410"/>
                  <a:pt x="10957560" y="7656830"/>
                  <a:pt x="10911840" y="7586980"/>
                </a:cubicBezTo>
                <a:cubicBezTo>
                  <a:pt x="10864850" y="7515860"/>
                  <a:pt x="10820400" y="7444740"/>
                  <a:pt x="10787380" y="7368540"/>
                </a:cubicBezTo>
                <a:cubicBezTo>
                  <a:pt x="10754360" y="7292340"/>
                  <a:pt x="10721340" y="7212330"/>
                  <a:pt x="10712450" y="7132320"/>
                </a:cubicBezTo>
                <a:cubicBezTo>
                  <a:pt x="10702290" y="7052310"/>
                  <a:pt x="10704830" y="6965950"/>
                  <a:pt x="10731500" y="6888480"/>
                </a:cubicBezTo>
                <a:cubicBezTo>
                  <a:pt x="10759440" y="6811010"/>
                  <a:pt x="10810240" y="6732270"/>
                  <a:pt x="10876280" y="6667500"/>
                </a:cubicBezTo>
                <a:cubicBezTo>
                  <a:pt x="10941050" y="6602730"/>
                  <a:pt x="11033760" y="6546850"/>
                  <a:pt x="11123930" y="6501130"/>
                </a:cubicBezTo>
                <a:cubicBezTo>
                  <a:pt x="11212830" y="6455410"/>
                  <a:pt x="11318240" y="6424930"/>
                  <a:pt x="11412220" y="6395720"/>
                </a:cubicBezTo>
                <a:cubicBezTo>
                  <a:pt x="11504930" y="6365240"/>
                  <a:pt x="11598910" y="6346190"/>
                  <a:pt x="11684000" y="6322060"/>
                </a:cubicBezTo>
                <a:cubicBezTo>
                  <a:pt x="11770360" y="6299200"/>
                  <a:pt x="11847830" y="6276340"/>
                  <a:pt x="11929110" y="6250940"/>
                </a:cubicBezTo>
                <a:cubicBezTo>
                  <a:pt x="12010390" y="6225540"/>
                  <a:pt x="12086590" y="6196330"/>
                  <a:pt x="12170410" y="6172200"/>
                </a:cubicBezTo>
                <a:cubicBezTo>
                  <a:pt x="12255500" y="6149340"/>
                  <a:pt x="12343130" y="6123940"/>
                  <a:pt x="12435840" y="6108700"/>
                </a:cubicBezTo>
                <a:cubicBezTo>
                  <a:pt x="12528550" y="6094730"/>
                  <a:pt x="12626340" y="6085840"/>
                  <a:pt x="12725400" y="6084570"/>
                </a:cubicBezTo>
                <a:cubicBezTo>
                  <a:pt x="12823190" y="6084570"/>
                  <a:pt x="12924790" y="6093460"/>
                  <a:pt x="13025120" y="6108700"/>
                </a:cubicBezTo>
                <a:cubicBezTo>
                  <a:pt x="13125450" y="6122670"/>
                  <a:pt x="13227050" y="6144260"/>
                  <a:pt x="13327380" y="6170930"/>
                </a:cubicBezTo>
                <a:cubicBezTo>
                  <a:pt x="13428980" y="6198870"/>
                  <a:pt x="13533120" y="6230620"/>
                  <a:pt x="13632180" y="6271260"/>
                </a:cubicBezTo>
                <a:cubicBezTo>
                  <a:pt x="13729970" y="6311900"/>
                  <a:pt x="13832840" y="6360160"/>
                  <a:pt x="13919200" y="6418580"/>
                </a:cubicBezTo>
                <a:cubicBezTo>
                  <a:pt x="14005560" y="6477000"/>
                  <a:pt x="14089380" y="6546850"/>
                  <a:pt x="14150340" y="6621780"/>
                </a:cubicBezTo>
                <a:cubicBezTo>
                  <a:pt x="14210030" y="6695440"/>
                  <a:pt x="14255750" y="6783070"/>
                  <a:pt x="14282420" y="6868160"/>
                </a:cubicBezTo>
                <a:cubicBezTo>
                  <a:pt x="14310360" y="6953250"/>
                  <a:pt x="14314170" y="7044690"/>
                  <a:pt x="14312900" y="7132320"/>
                </a:cubicBezTo>
                <a:close/>
                <a:moveTo>
                  <a:pt x="14602460" y="7132320"/>
                </a:moveTo>
                <a:cubicBezTo>
                  <a:pt x="14601190" y="7233920"/>
                  <a:pt x="14584680" y="7335520"/>
                  <a:pt x="14565630" y="7437120"/>
                </a:cubicBezTo>
                <a:cubicBezTo>
                  <a:pt x="14547850" y="7539990"/>
                  <a:pt x="14524990" y="7641590"/>
                  <a:pt x="14489430" y="7744460"/>
                </a:cubicBezTo>
                <a:cubicBezTo>
                  <a:pt x="14452600" y="7847330"/>
                  <a:pt x="14413230" y="7955280"/>
                  <a:pt x="14349730" y="8053070"/>
                </a:cubicBezTo>
                <a:cubicBezTo>
                  <a:pt x="14284960" y="8150860"/>
                  <a:pt x="14204950" y="8252460"/>
                  <a:pt x="14104620" y="8333740"/>
                </a:cubicBezTo>
                <a:cubicBezTo>
                  <a:pt x="14003020" y="8415020"/>
                  <a:pt x="13876020" y="8488680"/>
                  <a:pt x="13742670" y="8540750"/>
                </a:cubicBezTo>
                <a:cubicBezTo>
                  <a:pt x="13609320" y="8591550"/>
                  <a:pt x="13453110" y="8624570"/>
                  <a:pt x="13305790" y="8643620"/>
                </a:cubicBezTo>
                <a:cubicBezTo>
                  <a:pt x="13157200" y="8662670"/>
                  <a:pt x="13000990" y="8660130"/>
                  <a:pt x="12856210" y="8653780"/>
                </a:cubicBezTo>
                <a:cubicBezTo>
                  <a:pt x="12711430" y="8648700"/>
                  <a:pt x="12570460" y="8629650"/>
                  <a:pt x="12435840" y="8609330"/>
                </a:cubicBezTo>
                <a:cubicBezTo>
                  <a:pt x="12301220" y="8590280"/>
                  <a:pt x="12172950" y="8566150"/>
                  <a:pt x="12048490" y="8536940"/>
                </a:cubicBezTo>
                <a:cubicBezTo>
                  <a:pt x="11922760" y="8507730"/>
                  <a:pt x="11800840" y="8475980"/>
                  <a:pt x="11686540" y="8435340"/>
                </a:cubicBezTo>
                <a:cubicBezTo>
                  <a:pt x="11570970" y="8394700"/>
                  <a:pt x="11459210" y="8347710"/>
                  <a:pt x="11357610" y="8293100"/>
                </a:cubicBezTo>
                <a:cubicBezTo>
                  <a:pt x="11257280" y="8238490"/>
                  <a:pt x="11164570" y="8174990"/>
                  <a:pt x="11080750" y="8107680"/>
                </a:cubicBezTo>
                <a:cubicBezTo>
                  <a:pt x="10995660" y="8041640"/>
                  <a:pt x="10923270" y="7967980"/>
                  <a:pt x="10853420" y="7894320"/>
                </a:cubicBezTo>
                <a:cubicBezTo>
                  <a:pt x="10783570" y="7819390"/>
                  <a:pt x="10720070" y="7741920"/>
                  <a:pt x="10661650" y="7661910"/>
                </a:cubicBezTo>
                <a:cubicBezTo>
                  <a:pt x="10604500" y="7580630"/>
                  <a:pt x="10546080" y="7496810"/>
                  <a:pt x="10507980" y="7407910"/>
                </a:cubicBezTo>
                <a:cubicBezTo>
                  <a:pt x="10468610" y="7320280"/>
                  <a:pt x="10433050" y="7225030"/>
                  <a:pt x="10427970" y="7132320"/>
                </a:cubicBezTo>
                <a:cubicBezTo>
                  <a:pt x="10422890" y="7039610"/>
                  <a:pt x="10436860" y="6939280"/>
                  <a:pt x="10477500" y="6851650"/>
                </a:cubicBezTo>
                <a:cubicBezTo>
                  <a:pt x="10518140" y="6764020"/>
                  <a:pt x="10590530" y="6677660"/>
                  <a:pt x="10673080" y="6606540"/>
                </a:cubicBezTo>
                <a:cubicBezTo>
                  <a:pt x="10754360" y="6535420"/>
                  <a:pt x="10866120" y="6477000"/>
                  <a:pt x="10968990" y="6426200"/>
                </a:cubicBezTo>
                <a:cubicBezTo>
                  <a:pt x="11071860" y="6376670"/>
                  <a:pt x="11187430" y="6342380"/>
                  <a:pt x="11289030" y="6306820"/>
                </a:cubicBezTo>
                <a:cubicBezTo>
                  <a:pt x="11390630" y="6269990"/>
                  <a:pt x="11485880" y="6242050"/>
                  <a:pt x="11578590" y="6209030"/>
                </a:cubicBezTo>
                <a:cubicBezTo>
                  <a:pt x="11672570" y="6176010"/>
                  <a:pt x="11755120" y="6140450"/>
                  <a:pt x="11845290" y="6106160"/>
                </a:cubicBezTo>
                <a:cubicBezTo>
                  <a:pt x="11936730" y="6071870"/>
                  <a:pt x="12025630" y="6032500"/>
                  <a:pt x="12123420" y="6002020"/>
                </a:cubicBezTo>
                <a:cubicBezTo>
                  <a:pt x="12222480" y="5972810"/>
                  <a:pt x="12326620" y="5943600"/>
                  <a:pt x="12435840" y="5927090"/>
                </a:cubicBezTo>
                <a:cubicBezTo>
                  <a:pt x="12545060" y="5909310"/>
                  <a:pt x="12660630" y="5901690"/>
                  <a:pt x="12776200" y="5901690"/>
                </a:cubicBezTo>
                <a:cubicBezTo>
                  <a:pt x="12891770" y="5901690"/>
                  <a:pt x="13009880" y="5911850"/>
                  <a:pt x="13127990" y="5928360"/>
                </a:cubicBezTo>
                <a:cubicBezTo>
                  <a:pt x="13247370" y="5943600"/>
                  <a:pt x="13368020" y="5966460"/>
                  <a:pt x="13488670" y="5996940"/>
                </a:cubicBezTo>
                <a:cubicBezTo>
                  <a:pt x="13609320" y="6028690"/>
                  <a:pt x="13735050" y="6064250"/>
                  <a:pt x="13850620" y="6113780"/>
                </a:cubicBezTo>
                <a:cubicBezTo>
                  <a:pt x="13967460" y="6162040"/>
                  <a:pt x="14086840" y="6220460"/>
                  <a:pt x="14184630" y="6291580"/>
                </a:cubicBezTo>
                <a:cubicBezTo>
                  <a:pt x="14282420" y="6361430"/>
                  <a:pt x="14372590" y="6446520"/>
                  <a:pt x="14437360" y="6535420"/>
                </a:cubicBezTo>
                <a:cubicBezTo>
                  <a:pt x="14502130" y="6624320"/>
                  <a:pt x="14545310" y="6727190"/>
                  <a:pt x="14573250" y="6826250"/>
                </a:cubicBezTo>
                <a:cubicBezTo>
                  <a:pt x="14599920" y="6925310"/>
                  <a:pt x="14603730" y="7030720"/>
                  <a:pt x="14602460" y="7132320"/>
                </a:cubicBezTo>
                <a:close/>
                <a:moveTo>
                  <a:pt x="14893290" y="7132320"/>
                </a:moveTo>
                <a:cubicBezTo>
                  <a:pt x="14895830" y="7247890"/>
                  <a:pt x="14888210" y="7363460"/>
                  <a:pt x="14871700" y="7481570"/>
                </a:cubicBezTo>
                <a:cubicBezTo>
                  <a:pt x="14856460" y="7598410"/>
                  <a:pt x="14839950" y="7719060"/>
                  <a:pt x="14800580" y="7837170"/>
                </a:cubicBezTo>
                <a:cubicBezTo>
                  <a:pt x="14761210" y="7955280"/>
                  <a:pt x="14714220" y="8081010"/>
                  <a:pt x="14636750" y="8191500"/>
                </a:cubicBezTo>
                <a:cubicBezTo>
                  <a:pt x="14559280" y="8301990"/>
                  <a:pt x="14457680" y="8412480"/>
                  <a:pt x="14335760" y="8500110"/>
                </a:cubicBezTo>
                <a:cubicBezTo>
                  <a:pt x="14213840" y="8587740"/>
                  <a:pt x="14058900" y="8662670"/>
                  <a:pt x="13903960" y="8714740"/>
                </a:cubicBezTo>
                <a:cubicBezTo>
                  <a:pt x="13749020" y="8766810"/>
                  <a:pt x="13569950" y="8796020"/>
                  <a:pt x="13403580" y="8813800"/>
                </a:cubicBezTo>
                <a:cubicBezTo>
                  <a:pt x="13235940" y="8832850"/>
                  <a:pt x="13064490" y="8829040"/>
                  <a:pt x="12903200" y="8823960"/>
                </a:cubicBezTo>
                <a:cubicBezTo>
                  <a:pt x="12741910" y="8818880"/>
                  <a:pt x="12586970" y="8802370"/>
                  <a:pt x="12435840" y="8784590"/>
                </a:cubicBezTo>
                <a:cubicBezTo>
                  <a:pt x="12284710" y="8766810"/>
                  <a:pt x="12139930" y="8745220"/>
                  <a:pt x="11998960" y="8716010"/>
                </a:cubicBezTo>
                <a:cubicBezTo>
                  <a:pt x="11856720" y="8685530"/>
                  <a:pt x="11718290" y="8651240"/>
                  <a:pt x="11587480" y="8606790"/>
                </a:cubicBezTo>
                <a:cubicBezTo>
                  <a:pt x="11457940" y="8561070"/>
                  <a:pt x="11332210" y="8506460"/>
                  <a:pt x="11217910" y="8445500"/>
                </a:cubicBezTo>
                <a:cubicBezTo>
                  <a:pt x="11103610" y="8383270"/>
                  <a:pt x="10999470" y="8310880"/>
                  <a:pt x="10902950" y="8235950"/>
                </a:cubicBezTo>
                <a:cubicBezTo>
                  <a:pt x="10805160" y="8162290"/>
                  <a:pt x="10718800" y="8081010"/>
                  <a:pt x="10636250" y="7998460"/>
                </a:cubicBezTo>
                <a:cubicBezTo>
                  <a:pt x="10552430" y="7915910"/>
                  <a:pt x="10472420" y="7829550"/>
                  <a:pt x="10403840" y="7738110"/>
                </a:cubicBezTo>
                <a:cubicBezTo>
                  <a:pt x="10335260" y="7646670"/>
                  <a:pt x="10265410" y="7550150"/>
                  <a:pt x="10223500" y="7449820"/>
                </a:cubicBezTo>
                <a:cubicBezTo>
                  <a:pt x="10180320" y="7348220"/>
                  <a:pt x="10147300" y="7237730"/>
                  <a:pt x="10149840" y="7132320"/>
                </a:cubicBezTo>
                <a:cubicBezTo>
                  <a:pt x="10153650" y="7026910"/>
                  <a:pt x="10184130" y="6915150"/>
                  <a:pt x="10241280" y="6817360"/>
                </a:cubicBezTo>
                <a:cubicBezTo>
                  <a:pt x="10297160" y="6720840"/>
                  <a:pt x="10392410" y="6629400"/>
                  <a:pt x="10491470" y="6551930"/>
                </a:cubicBezTo>
                <a:cubicBezTo>
                  <a:pt x="10589260" y="6475730"/>
                  <a:pt x="10716260" y="6414770"/>
                  <a:pt x="10828020" y="6358890"/>
                </a:cubicBezTo>
                <a:cubicBezTo>
                  <a:pt x="10941050" y="6303010"/>
                  <a:pt x="11060430" y="6263640"/>
                  <a:pt x="11167110" y="6219190"/>
                </a:cubicBezTo>
                <a:cubicBezTo>
                  <a:pt x="11273790" y="6173470"/>
                  <a:pt x="11370310" y="6134100"/>
                  <a:pt x="11468100" y="6089650"/>
                </a:cubicBezTo>
                <a:cubicBezTo>
                  <a:pt x="11567160" y="6045200"/>
                  <a:pt x="11656060" y="5996940"/>
                  <a:pt x="11757660" y="5952490"/>
                </a:cubicBezTo>
                <a:cubicBezTo>
                  <a:pt x="11857990" y="5908040"/>
                  <a:pt x="11960860" y="5859780"/>
                  <a:pt x="12075160" y="5824220"/>
                </a:cubicBezTo>
                <a:cubicBezTo>
                  <a:pt x="12188190" y="5788660"/>
                  <a:pt x="12310110" y="5758180"/>
                  <a:pt x="12435840" y="5739130"/>
                </a:cubicBezTo>
                <a:cubicBezTo>
                  <a:pt x="12561570" y="5721350"/>
                  <a:pt x="12694920" y="5713730"/>
                  <a:pt x="12828270" y="5713730"/>
                </a:cubicBezTo>
                <a:cubicBezTo>
                  <a:pt x="12961620" y="5713730"/>
                  <a:pt x="13097510" y="5723890"/>
                  <a:pt x="13235940" y="5740400"/>
                </a:cubicBezTo>
                <a:cubicBezTo>
                  <a:pt x="13374370" y="5758180"/>
                  <a:pt x="13517880" y="5779770"/>
                  <a:pt x="13658850" y="5815330"/>
                </a:cubicBezTo>
                <a:cubicBezTo>
                  <a:pt x="13798550" y="5849620"/>
                  <a:pt x="13945870" y="5891530"/>
                  <a:pt x="14079220" y="5949950"/>
                </a:cubicBezTo>
                <a:cubicBezTo>
                  <a:pt x="14211300" y="6007100"/>
                  <a:pt x="14344650" y="6078220"/>
                  <a:pt x="14452600" y="6162040"/>
                </a:cubicBezTo>
                <a:cubicBezTo>
                  <a:pt x="14559280" y="6245860"/>
                  <a:pt x="14651990" y="6347460"/>
                  <a:pt x="14720570" y="6451600"/>
                </a:cubicBezTo>
                <a:cubicBezTo>
                  <a:pt x="14787880" y="6554470"/>
                  <a:pt x="14828520" y="6671310"/>
                  <a:pt x="14857730" y="6785610"/>
                </a:cubicBezTo>
                <a:cubicBezTo>
                  <a:pt x="14886940" y="6898640"/>
                  <a:pt x="14892020" y="7016750"/>
                  <a:pt x="14893290" y="7132320"/>
                </a:cubicBezTo>
                <a:close/>
                <a:moveTo>
                  <a:pt x="15193010" y="7132320"/>
                </a:moveTo>
                <a:cubicBezTo>
                  <a:pt x="15200630" y="7263130"/>
                  <a:pt x="15203170" y="7393940"/>
                  <a:pt x="15191740" y="7527290"/>
                </a:cubicBezTo>
                <a:cubicBezTo>
                  <a:pt x="15180310" y="7660640"/>
                  <a:pt x="15166340" y="7800340"/>
                  <a:pt x="15121890" y="7933690"/>
                </a:cubicBezTo>
                <a:cubicBezTo>
                  <a:pt x="15077440" y="8067040"/>
                  <a:pt x="15017750" y="8208010"/>
                  <a:pt x="14923770" y="8328660"/>
                </a:cubicBezTo>
                <a:cubicBezTo>
                  <a:pt x="14828520" y="8450580"/>
                  <a:pt x="14701520" y="8568690"/>
                  <a:pt x="14556740" y="8660130"/>
                </a:cubicBezTo>
                <a:cubicBezTo>
                  <a:pt x="14411960" y="8750300"/>
                  <a:pt x="14231620" y="8823960"/>
                  <a:pt x="14053820" y="8876030"/>
                </a:cubicBezTo>
                <a:cubicBezTo>
                  <a:pt x="13877290" y="8928100"/>
                  <a:pt x="13679170" y="8954770"/>
                  <a:pt x="13495020" y="8973820"/>
                </a:cubicBezTo>
                <a:cubicBezTo>
                  <a:pt x="13310870" y="8992870"/>
                  <a:pt x="13125450" y="8991600"/>
                  <a:pt x="12948920" y="8989060"/>
                </a:cubicBezTo>
                <a:cubicBezTo>
                  <a:pt x="12772390" y="8986520"/>
                  <a:pt x="12602210" y="8976360"/>
                  <a:pt x="12435840" y="8961120"/>
                </a:cubicBezTo>
                <a:cubicBezTo>
                  <a:pt x="12269470" y="8944610"/>
                  <a:pt x="12106910" y="8925560"/>
                  <a:pt x="11948160" y="8895080"/>
                </a:cubicBezTo>
                <a:cubicBezTo>
                  <a:pt x="11790680" y="8864600"/>
                  <a:pt x="11635740" y="8826500"/>
                  <a:pt x="11489690" y="8775700"/>
                </a:cubicBezTo>
                <a:cubicBezTo>
                  <a:pt x="11344910" y="8726170"/>
                  <a:pt x="11206480" y="8662670"/>
                  <a:pt x="11078210" y="8595360"/>
                </a:cubicBezTo>
                <a:cubicBezTo>
                  <a:pt x="10951210" y="8526780"/>
                  <a:pt x="10834370" y="8446770"/>
                  <a:pt x="10723880" y="8365490"/>
                </a:cubicBezTo>
                <a:cubicBezTo>
                  <a:pt x="10612120" y="8284210"/>
                  <a:pt x="10509250" y="8197850"/>
                  <a:pt x="10411460" y="8106410"/>
                </a:cubicBezTo>
                <a:cubicBezTo>
                  <a:pt x="10313670" y="8014970"/>
                  <a:pt x="10215880" y="7920990"/>
                  <a:pt x="10137140" y="7818120"/>
                </a:cubicBezTo>
                <a:cubicBezTo>
                  <a:pt x="10058400" y="7715250"/>
                  <a:pt x="9979660" y="7604760"/>
                  <a:pt x="9937750" y="7490460"/>
                </a:cubicBezTo>
                <a:cubicBezTo>
                  <a:pt x="9895840" y="7376160"/>
                  <a:pt x="9871710" y="7249160"/>
                  <a:pt x="9886950" y="7132320"/>
                </a:cubicBezTo>
                <a:cubicBezTo>
                  <a:pt x="9900920" y="7015480"/>
                  <a:pt x="9954260" y="6892290"/>
                  <a:pt x="10027920" y="6786880"/>
                </a:cubicBezTo>
                <a:cubicBezTo>
                  <a:pt x="10101580" y="6682740"/>
                  <a:pt x="10218420" y="6586220"/>
                  <a:pt x="10330180" y="6504940"/>
                </a:cubicBezTo>
                <a:cubicBezTo>
                  <a:pt x="10441940" y="6422390"/>
                  <a:pt x="10577830" y="6357620"/>
                  <a:pt x="10695940" y="6295390"/>
                </a:cubicBezTo>
                <a:cubicBezTo>
                  <a:pt x="10815320" y="6233160"/>
                  <a:pt x="10932160" y="6183630"/>
                  <a:pt x="11041380" y="6129020"/>
                </a:cubicBezTo>
                <a:cubicBezTo>
                  <a:pt x="11150600" y="6073140"/>
                  <a:pt x="11247120" y="6018530"/>
                  <a:pt x="11349990" y="5962650"/>
                </a:cubicBezTo>
                <a:cubicBezTo>
                  <a:pt x="11454130" y="5905500"/>
                  <a:pt x="11551920" y="5843270"/>
                  <a:pt x="11663680" y="5789930"/>
                </a:cubicBezTo>
                <a:cubicBezTo>
                  <a:pt x="11775440" y="5736590"/>
                  <a:pt x="11894820" y="5680710"/>
                  <a:pt x="12024360" y="5641340"/>
                </a:cubicBezTo>
                <a:cubicBezTo>
                  <a:pt x="12152630" y="5600700"/>
                  <a:pt x="12292330" y="5567680"/>
                  <a:pt x="12435840" y="5547360"/>
                </a:cubicBezTo>
                <a:cubicBezTo>
                  <a:pt x="12579350" y="5527040"/>
                  <a:pt x="12729210" y="5519420"/>
                  <a:pt x="12881610" y="5519420"/>
                </a:cubicBezTo>
                <a:cubicBezTo>
                  <a:pt x="13034010" y="5518150"/>
                  <a:pt x="13190220" y="5525770"/>
                  <a:pt x="13350240" y="5543550"/>
                </a:cubicBezTo>
                <a:cubicBezTo>
                  <a:pt x="13508990" y="5561330"/>
                  <a:pt x="13675360" y="5584190"/>
                  <a:pt x="13835380" y="5623560"/>
                </a:cubicBezTo>
                <a:cubicBezTo>
                  <a:pt x="13995400" y="5664200"/>
                  <a:pt x="14164310" y="5713730"/>
                  <a:pt x="14311630" y="5781040"/>
                </a:cubicBezTo>
                <a:cubicBezTo>
                  <a:pt x="14458950" y="5849620"/>
                  <a:pt x="14603730" y="5935980"/>
                  <a:pt x="14718030" y="6035040"/>
                </a:cubicBezTo>
                <a:cubicBezTo>
                  <a:pt x="14832330" y="6132830"/>
                  <a:pt x="14926310" y="6249670"/>
                  <a:pt x="14996160" y="6369050"/>
                </a:cubicBezTo>
                <a:cubicBezTo>
                  <a:pt x="15067280" y="6487160"/>
                  <a:pt x="15107920" y="6617970"/>
                  <a:pt x="15140940" y="6744970"/>
                </a:cubicBezTo>
                <a:cubicBezTo>
                  <a:pt x="15172690" y="6871970"/>
                  <a:pt x="15184120" y="7001510"/>
                  <a:pt x="15193010" y="7132320"/>
                </a:cubicBezTo>
                <a:close/>
                <a:moveTo>
                  <a:pt x="15502890" y="7132320"/>
                </a:moveTo>
                <a:cubicBezTo>
                  <a:pt x="15520670" y="7277100"/>
                  <a:pt x="15534640" y="7425690"/>
                  <a:pt x="15525750" y="7575550"/>
                </a:cubicBezTo>
                <a:cubicBezTo>
                  <a:pt x="15518130" y="7724140"/>
                  <a:pt x="15504160" y="7882890"/>
                  <a:pt x="15449550" y="8031480"/>
                </a:cubicBezTo>
                <a:cubicBezTo>
                  <a:pt x="15396210" y="8178800"/>
                  <a:pt x="15317470" y="8333740"/>
                  <a:pt x="15203170" y="8463280"/>
                </a:cubicBezTo>
                <a:cubicBezTo>
                  <a:pt x="15088870" y="8592820"/>
                  <a:pt x="14932660" y="8714740"/>
                  <a:pt x="14763750" y="8808720"/>
                </a:cubicBezTo>
                <a:cubicBezTo>
                  <a:pt x="14596110" y="8902700"/>
                  <a:pt x="14390370" y="8972550"/>
                  <a:pt x="14193520" y="9025890"/>
                </a:cubicBezTo>
                <a:cubicBezTo>
                  <a:pt x="13996670" y="9079230"/>
                  <a:pt x="13782040" y="9104630"/>
                  <a:pt x="13582650" y="9126220"/>
                </a:cubicBezTo>
                <a:cubicBezTo>
                  <a:pt x="13383260" y="9147810"/>
                  <a:pt x="13185140" y="9151620"/>
                  <a:pt x="12994640" y="9154160"/>
                </a:cubicBezTo>
                <a:cubicBezTo>
                  <a:pt x="12802870" y="9155430"/>
                  <a:pt x="12618720" y="9151620"/>
                  <a:pt x="12435840" y="9138920"/>
                </a:cubicBezTo>
                <a:cubicBezTo>
                  <a:pt x="12252960" y="9126220"/>
                  <a:pt x="12072620" y="9108440"/>
                  <a:pt x="11898630" y="9075420"/>
                </a:cubicBezTo>
                <a:cubicBezTo>
                  <a:pt x="11725910" y="9042400"/>
                  <a:pt x="11553190" y="8999220"/>
                  <a:pt x="11393170" y="8943340"/>
                </a:cubicBezTo>
                <a:cubicBezTo>
                  <a:pt x="11234420" y="8888730"/>
                  <a:pt x="11083290" y="8817610"/>
                  <a:pt x="10941050" y="8743950"/>
                </a:cubicBezTo>
                <a:cubicBezTo>
                  <a:pt x="10798810" y="8669020"/>
                  <a:pt x="10668000" y="8583930"/>
                  <a:pt x="10541000" y="8496300"/>
                </a:cubicBezTo>
                <a:cubicBezTo>
                  <a:pt x="10414000" y="8408670"/>
                  <a:pt x="10292080" y="8317230"/>
                  <a:pt x="10179050" y="8218170"/>
                </a:cubicBezTo>
                <a:cubicBezTo>
                  <a:pt x="10066020" y="8117840"/>
                  <a:pt x="9951720" y="8013700"/>
                  <a:pt x="9864090" y="7899400"/>
                </a:cubicBezTo>
                <a:cubicBezTo>
                  <a:pt x="9777730" y="7785100"/>
                  <a:pt x="9696450" y="7658100"/>
                  <a:pt x="9659620" y="7529830"/>
                </a:cubicBezTo>
                <a:cubicBezTo>
                  <a:pt x="9622790" y="7401560"/>
                  <a:pt x="9612630" y="7260590"/>
                  <a:pt x="9643110" y="7132320"/>
                </a:cubicBezTo>
                <a:cubicBezTo>
                  <a:pt x="9673590" y="7004050"/>
                  <a:pt x="9751060" y="6871970"/>
                  <a:pt x="9841230" y="6760210"/>
                </a:cubicBezTo>
                <a:cubicBezTo>
                  <a:pt x="9932670" y="6648450"/>
                  <a:pt x="10066020" y="6549390"/>
                  <a:pt x="10186670" y="6461760"/>
                </a:cubicBezTo>
                <a:cubicBezTo>
                  <a:pt x="10307320" y="6374130"/>
                  <a:pt x="10445750" y="6304280"/>
                  <a:pt x="10566400" y="6233160"/>
                </a:cubicBezTo>
                <a:cubicBezTo>
                  <a:pt x="10685780" y="6160770"/>
                  <a:pt x="10798810" y="6099810"/>
                  <a:pt x="10908030" y="6032500"/>
                </a:cubicBezTo>
                <a:cubicBezTo>
                  <a:pt x="11017250" y="5963920"/>
                  <a:pt x="11112500" y="5894070"/>
                  <a:pt x="11222990" y="5825490"/>
                </a:cubicBezTo>
                <a:cubicBezTo>
                  <a:pt x="11332210" y="5755640"/>
                  <a:pt x="11440160" y="5680710"/>
                  <a:pt x="11564620" y="5618480"/>
                </a:cubicBezTo>
                <a:cubicBezTo>
                  <a:pt x="11690350" y="5556250"/>
                  <a:pt x="11826240" y="5496560"/>
                  <a:pt x="11972290" y="5452110"/>
                </a:cubicBezTo>
                <a:cubicBezTo>
                  <a:pt x="12117070" y="5407660"/>
                  <a:pt x="12274550" y="5374640"/>
                  <a:pt x="12435840" y="5351780"/>
                </a:cubicBezTo>
                <a:cubicBezTo>
                  <a:pt x="12597130" y="5328920"/>
                  <a:pt x="12764770" y="5318760"/>
                  <a:pt x="12937490" y="5316220"/>
                </a:cubicBezTo>
                <a:cubicBezTo>
                  <a:pt x="13110210" y="5313680"/>
                  <a:pt x="13288010" y="5318760"/>
                  <a:pt x="13468350" y="5336540"/>
                </a:cubicBezTo>
                <a:cubicBezTo>
                  <a:pt x="13648690" y="5354320"/>
                  <a:pt x="13840460" y="5379720"/>
                  <a:pt x="14019530" y="5425440"/>
                </a:cubicBezTo>
                <a:cubicBezTo>
                  <a:pt x="14199870" y="5471160"/>
                  <a:pt x="14387830" y="5532120"/>
                  <a:pt x="14546580" y="5612130"/>
                </a:cubicBezTo>
                <a:cubicBezTo>
                  <a:pt x="14706600" y="5693410"/>
                  <a:pt x="14859000" y="5796280"/>
                  <a:pt x="14978380" y="5909310"/>
                </a:cubicBezTo>
                <a:cubicBezTo>
                  <a:pt x="15099030" y="6021070"/>
                  <a:pt x="15191740" y="6155690"/>
                  <a:pt x="15266670" y="6287770"/>
                </a:cubicBezTo>
                <a:cubicBezTo>
                  <a:pt x="15340330" y="6421120"/>
                  <a:pt x="15384780" y="6563360"/>
                  <a:pt x="15424150" y="6704330"/>
                </a:cubicBezTo>
                <a:cubicBezTo>
                  <a:pt x="15463520" y="6845300"/>
                  <a:pt x="15486380" y="6987540"/>
                  <a:pt x="15502890" y="7132320"/>
                </a:cubicBezTo>
                <a:close/>
                <a:moveTo>
                  <a:pt x="15829280" y="7132320"/>
                </a:moveTo>
                <a:cubicBezTo>
                  <a:pt x="15855950" y="7292340"/>
                  <a:pt x="15882620" y="7458710"/>
                  <a:pt x="15873730" y="7625080"/>
                </a:cubicBezTo>
                <a:cubicBezTo>
                  <a:pt x="15864840" y="7790180"/>
                  <a:pt x="15844520" y="7967980"/>
                  <a:pt x="15777210" y="8129270"/>
                </a:cubicBezTo>
                <a:cubicBezTo>
                  <a:pt x="15709900" y="8290560"/>
                  <a:pt x="15605760" y="8455660"/>
                  <a:pt x="15468600" y="8591550"/>
                </a:cubicBezTo>
                <a:cubicBezTo>
                  <a:pt x="15331440" y="8727440"/>
                  <a:pt x="15146020" y="8850630"/>
                  <a:pt x="14954250" y="8945880"/>
                </a:cubicBezTo>
                <a:cubicBezTo>
                  <a:pt x="14763750" y="9041130"/>
                  <a:pt x="14536420" y="9109710"/>
                  <a:pt x="14321790" y="9164320"/>
                </a:cubicBezTo>
                <a:cubicBezTo>
                  <a:pt x="14107160" y="9218930"/>
                  <a:pt x="13881100" y="9248140"/>
                  <a:pt x="13667740" y="9273540"/>
                </a:cubicBezTo>
                <a:cubicBezTo>
                  <a:pt x="13454380" y="9298940"/>
                  <a:pt x="13244830" y="9311640"/>
                  <a:pt x="13040360" y="9319260"/>
                </a:cubicBezTo>
                <a:cubicBezTo>
                  <a:pt x="12834620" y="9326880"/>
                  <a:pt x="12633960" y="9329420"/>
                  <a:pt x="12435840" y="9319260"/>
                </a:cubicBezTo>
                <a:cubicBezTo>
                  <a:pt x="12237720" y="9307830"/>
                  <a:pt x="12039600" y="9288780"/>
                  <a:pt x="11849100" y="9254490"/>
                </a:cubicBezTo>
                <a:cubicBezTo>
                  <a:pt x="11659870" y="9218930"/>
                  <a:pt x="11473180" y="9169400"/>
                  <a:pt x="11299190" y="9108440"/>
                </a:cubicBezTo>
                <a:cubicBezTo>
                  <a:pt x="11123930" y="9048750"/>
                  <a:pt x="10960100" y="8972550"/>
                  <a:pt x="10801350" y="8893810"/>
                </a:cubicBezTo>
                <a:cubicBezTo>
                  <a:pt x="10643870" y="8813800"/>
                  <a:pt x="10495280" y="8726170"/>
                  <a:pt x="10351770" y="8633460"/>
                </a:cubicBezTo>
                <a:cubicBezTo>
                  <a:pt x="10208260" y="8539480"/>
                  <a:pt x="10064750" y="8442960"/>
                  <a:pt x="9937750" y="8333740"/>
                </a:cubicBezTo>
                <a:cubicBezTo>
                  <a:pt x="9810750" y="8225790"/>
                  <a:pt x="9679940" y="8108950"/>
                  <a:pt x="9589770" y="7980680"/>
                </a:cubicBezTo>
                <a:cubicBezTo>
                  <a:pt x="9499600" y="7853680"/>
                  <a:pt x="9420860" y="7708900"/>
                  <a:pt x="9394190" y="7567930"/>
                </a:cubicBezTo>
                <a:cubicBezTo>
                  <a:pt x="9366250" y="7426960"/>
                  <a:pt x="9378950" y="7270750"/>
                  <a:pt x="9425940" y="7132320"/>
                </a:cubicBezTo>
                <a:cubicBezTo>
                  <a:pt x="9474200" y="6993890"/>
                  <a:pt x="9575800" y="6855460"/>
                  <a:pt x="9679940" y="6737350"/>
                </a:cubicBezTo>
                <a:cubicBezTo>
                  <a:pt x="9785350" y="6619240"/>
                  <a:pt x="9928860" y="6517640"/>
                  <a:pt x="10054590" y="6422390"/>
                </a:cubicBezTo>
                <a:cubicBezTo>
                  <a:pt x="10180320" y="6327140"/>
                  <a:pt x="10313670" y="6250940"/>
                  <a:pt x="10431780" y="6168390"/>
                </a:cubicBezTo>
                <a:cubicBezTo>
                  <a:pt x="10548620" y="6085840"/>
                  <a:pt x="10654030" y="6009640"/>
                  <a:pt x="10761980" y="5927090"/>
                </a:cubicBezTo>
                <a:cubicBezTo>
                  <a:pt x="10871200" y="5845810"/>
                  <a:pt x="10968990" y="5758180"/>
                  <a:pt x="11085830" y="5678170"/>
                </a:cubicBezTo>
                <a:cubicBezTo>
                  <a:pt x="11202670" y="5596890"/>
                  <a:pt x="11324590" y="5510530"/>
                  <a:pt x="11463020" y="5441950"/>
                </a:cubicBezTo>
                <a:cubicBezTo>
                  <a:pt x="11601450" y="5372100"/>
                  <a:pt x="11756390" y="5308600"/>
                  <a:pt x="11918950" y="5260340"/>
                </a:cubicBezTo>
                <a:cubicBezTo>
                  <a:pt x="12080240" y="5210810"/>
                  <a:pt x="12256770" y="5176520"/>
                  <a:pt x="12435840" y="5149850"/>
                </a:cubicBezTo>
                <a:cubicBezTo>
                  <a:pt x="12614910" y="5124450"/>
                  <a:pt x="12802870" y="5109210"/>
                  <a:pt x="12995910" y="5104130"/>
                </a:cubicBezTo>
                <a:cubicBezTo>
                  <a:pt x="13188950" y="5099050"/>
                  <a:pt x="13392150" y="5099050"/>
                  <a:pt x="13594080" y="5119370"/>
                </a:cubicBezTo>
                <a:cubicBezTo>
                  <a:pt x="13796010" y="5138420"/>
                  <a:pt x="14011910" y="5167630"/>
                  <a:pt x="14208760" y="5220970"/>
                </a:cubicBezTo>
                <a:cubicBezTo>
                  <a:pt x="14406880" y="5275580"/>
                  <a:pt x="14610080" y="5349240"/>
                  <a:pt x="14780260" y="5444490"/>
                </a:cubicBezTo>
                <a:cubicBezTo>
                  <a:pt x="14951710" y="5538470"/>
                  <a:pt x="15106650" y="5659120"/>
                  <a:pt x="15232380" y="5787390"/>
                </a:cubicBezTo>
                <a:cubicBezTo>
                  <a:pt x="15356840" y="5914390"/>
                  <a:pt x="15450820" y="6062980"/>
                  <a:pt x="15530830" y="6209030"/>
                </a:cubicBezTo>
                <a:cubicBezTo>
                  <a:pt x="15612110" y="6355080"/>
                  <a:pt x="15664180" y="6508750"/>
                  <a:pt x="15713710" y="6662420"/>
                </a:cubicBezTo>
                <a:cubicBezTo>
                  <a:pt x="15763240" y="6817360"/>
                  <a:pt x="15802610" y="6972300"/>
                  <a:pt x="15829280" y="7132320"/>
                </a:cubicBezTo>
                <a:close/>
                <a:moveTo>
                  <a:pt x="16172180" y="7132320"/>
                </a:moveTo>
                <a:cubicBezTo>
                  <a:pt x="16207740" y="7308850"/>
                  <a:pt x="16242030" y="7494270"/>
                  <a:pt x="16230600" y="7675880"/>
                </a:cubicBezTo>
                <a:cubicBezTo>
                  <a:pt x="16217900" y="7857490"/>
                  <a:pt x="16182340" y="8051800"/>
                  <a:pt x="16097250" y="8224520"/>
                </a:cubicBezTo>
                <a:cubicBezTo>
                  <a:pt x="16012160" y="8397240"/>
                  <a:pt x="15877540" y="8569960"/>
                  <a:pt x="15716250" y="8710930"/>
                </a:cubicBezTo>
                <a:cubicBezTo>
                  <a:pt x="15554960" y="8851900"/>
                  <a:pt x="15340330" y="8973820"/>
                  <a:pt x="15128240" y="9070340"/>
                </a:cubicBezTo>
                <a:cubicBezTo>
                  <a:pt x="14916150" y="9168130"/>
                  <a:pt x="14671040" y="9236710"/>
                  <a:pt x="14442440" y="9293860"/>
                </a:cubicBezTo>
                <a:cubicBezTo>
                  <a:pt x="14212570" y="9352280"/>
                  <a:pt x="13977620" y="9387840"/>
                  <a:pt x="13751560" y="9419590"/>
                </a:cubicBezTo>
                <a:cubicBezTo>
                  <a:pt x="13525500" y="9452610"/>
                  <a:pt x="13305790" y="9475470"/>
                  <a:pt x="13087350" y="9488170"/>
                </a:cubicBezTo>
                <a:cubicBezTo>
                  <a:pt x="12867640" y="9502140"/>
                  <a:pt x="12650470" y="9509760"/>
                  <a:pt x="12435840" y="9499600"/>
                </a:cubicBezTo>
                <a:cubicBezTo>
                  <a:pt x="12221210" y="9490710"/>
                  <a:pt x="12006580" y="9469120"/>
                  <a:pt x="11800840" y="9431020"/>
                </a:cubicBezTo>
                <a:cubicBezTo>
                  <a:pt x="11595100" y="9392920"/>
                  <a:pt x="11394440" y="9337040"/>
                  <a:pt x="11205210" y="9272270"/>
                </a:cubicBezTo>
                <a:cubicBezTo>
                  <a:pt x="11014710" y="9208770"/>
                  <a:pt x="10835640" y="9128760"/>
                  <a:pt x="10660380" y="9046210"/>
                </a:cubicBezTo>
                <a:cubicBezTo>
                  <a:pt x="10485120" y="8962390"/>
                  <a:pt x="10316210" y="8873490"/>
                  <a:pt x="10154920" y="8774430"/>
                </a:cubicBezTo>
                <a:cubicBezTo>
                  <a:pt x="9992360" y="8676640"/>
                  <a:pt x="9827260" y="8572500"/>
                  <a:pt x="9688830" y="8454390"/>
                </a:cubicBezTo>
                <a:cubicBezTo>
                  <a:pt x="9549130" y="8335010"/>
                  <a:pt x="9409430" y="8202930"/>
                  <a:pt x="9319260" y="8061960"/>
                </a:cubicBezTo>
                <a:cubicBezTo>
                  <a:pt x="9230360" y="7919720"/>
                  <a:pt x="9163050" y="7757160"/>
                  <a:pt x="9150350" y="7603490"/>
                </a:cubicBezTo>
                <a:cubicBezTo>
                  <a:pt x="9136380" y="7448550"/>
                  <a:pt x="9174480" y="7279640"/>
                  <a:pt x="9239250" y="7132320"/>
                </a:cubicBezTo>
                <a:cubicBezTo>
                  <a:pt x="9304020" y="6985000"/>
                  <a:pt x="9425940" y="6842760"/>
                  <a:pt x="9540240" y="6718300"/>
                </a:cubicBezTo>
                <a:cubicBezTo>
                  <a:pt x="9654540" y="6592570"/>
                  <a:pt x="9801860" y="6487160"/>
                  <a:pt x="9926320" y="6384290"/>
                </a:cubicBezTo>
                <a:cubicBezTo>
                  <a:pt x="10049510" y="6280150"/>
                  <a:pt x="10172700" y="6192520"/>
                  <a:pt x="10285730" y="6097270"/>
                </a:cubicBezTo>
                <a:cubicBezTo>
                  <a:pt x="10398760" y="6002020"/>
                  <a:pt x="10494010" y="5909310"/>
                  <a:pt x="10603230" y="5812790"/>
                </a:cubicBezTo>
                <a:cubicBezTo>
                  <a:pt x="10712450" y="5716270"/>
                  <a:pt x="10815320" y="5613400"/>
                  <a:pt x="10941050" y="5520690"/>
                </a:cubicBezTo>
                <a:cubicBezTo>
                  <a:pt x="11066780" y="5429250"/>
                  <a:pt x="11203940" y="5335270"/>
                  <a:pt x="11357610" y="5259070"/>
                </a:cubicBezTo>
                <a:cubicBezTo>
                  <a:pt x="11512550" y="5182870"/>
                  <a:pt x="11685270" y="5116830"/>
                  <a:pt x="11864340" y="5063490"/>
                </a:cubicBezTo>
                <a:cubicBezTo>
                  <a:pt x="12043410" y="5010150"/>
                  <a:pt x="12236450" y="4970780"/>
                  <a:pt x="12435840" y="4940300"/>
                </a:cubicBezTo>
                <a:cubicBezTo>
                  <a:pt x="12635230" y="4909820"/>
                  <a:pt x="12843510" y="4888230"/>
                  <a:pt x="13058140" y="4880610"/>
                </a:cubicBezTo>
                <a:cubicBezTo>
                  <a:pt x="13272770" y="4871720"/>
                  <a:pt x="13501370" y="4869180"/>
                  <a:pt x="13724890" y="4892040"/>
                </a:cubicBezTo>
                <a:cubicBezTo>
                  <a:pt x="13948410" y="4914900"/>
                  <a:pt x="14187170" y="4950460"/>
                  <a:pt x="14400530" y="5015230"/>
                </a:cubicBezTo>
                <a:cubicBezTo>
                  <a:pt x="14615160" y="5080000"/>
                  <a:pt x="14829790" y="5170170"/>
                  <a:pt x="15008860" y="5279390"/>
                </a:cubicBezTo>
                <a:cubicBezTo>
                  <a:pt x="15189200" y="5388610"/>
                  <a:pt x="15346680" y="5527040"/>
                  <a:pt x="15477490" y="5669280"/>
                </a:cubicBezTo>
                <a:cubicBezTo>
                  <a:pt x="15608300" y="5811520"/>
                  <a:pt x="15706090" y="5971540"/>
                  <a:pt x="15794990" y="6130290"/>
                </a:cubicBezTo>
                <a:cubicBezTo>
                  <a:pt x="15885160" y="6289040"/>
                  <a:pt x="15951200" y="6452870"/>
                  <a:pt x="16014700" y="6619240"/>
                </a:cubicBezTo>
                <a:cubicBezTo>
                  <a:pt x="16076930" y="6786880"/>
                  <a:pt x="16135350" y="6955790"/>
                  <a:pt x="16172180" y="7132320"/>
                </a:cubicBezTo>
                <a:close/>
              </a:path>
            </a:pathLst>
          </a:custGeom>
          <a:noFill/>
          <a:ln w="9525">
            <a:solidFill>
              <a:schemeClr val="tx1">
                <a:alpha val="5000"/>
              </a:schemeClr>
            </a:solidFill>
            <a:prstDash val="solid"/>
            <a:round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Decoration"/>
          <p:cNvSpPr/>
          <p:nvPr/>
        </p:nvSpPr>
        <p:spPr>
          <a:xfrm>
            <a:off x="942340" y="1563624"/>
            <a:ext cx="558800" cy="381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53440" y="685800"/>
            <a:ext cx="3901440" cy="1508760"/>
          </a:xfrm>
        </p:spPr>
        <p:txBody>
          <a:bodyPr wrap="square" lIns="91440" tIns="45720" rIns="91440" bIns="45720" anchor="b" rtlCol="0">
            <a:normAutofit/>
          </a:bodyPr>
          <a:lstStyle>
            <a:lvl1pPr marL="0" indent="0" algn="l">
              <a:buNone/>
              <a:defRPr sz="3000" b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242560" y="685800"/>
            <a:ext cx="6096000" cy="5486400"/>
          </a:xfrm>
        </p:spPr>
        <p:txBody>
          <a:bodyPr wrap="square" lIns="91440" tIns="45720" rIns="91440" bIns="45720" anchor="t" rtlCol="0">
            <a:normAutofit/>
          </a:bodyPr>
          <a:lstStyle>
            <a:lvl1pPr marL="342900" indent="-342900" algn="l">
              <a:spcBef>
                <a:spcPts val="1000"/>
              </a:spcBef>
              <a:buFont typeface="Arial"/>
              <a:buChar char="•"/>
              <a:defRPr sz="2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>
              <a:spcBef>
                <a:spcPts val="400"/>
              </a:spcBef>
              <a:buFont typeface="Arial"/>
              <a:buChar char="–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>
              <a:spcBef>
                <a:spcPts val="400"/>
              </a:spcBef>
              <a:buFont typeface="Arial"/>
              <a:buChar char="▪"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 algn="l">
              <a:spcBef>
                <a:spcPts val="400"/>
              </a:spcBef>
              <a:buFont typeface="Arial"/>
              <a:buChar char="›"/>
              <a:defRPr sz="16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 algn="l">
              <a:spcBef>
                <a:spcPts val="400"/>
              </a:spcBef>
              <a:buFont typeface="Arial"/>
              <a:buChar char="»"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2"/>
          </p:nvPr>
        </p:nvSpPr>
        <p:spPr>
          <a:xfrm>
            <a:off x="853440" y="2400300"/>
            <a:ext cx="3901440" cy="3771900"/>
          </a:xfrm>
        </p:spPr>
        <p:txBody>
          <a:bodyPr wrap="square" lIns="91440" tIns="45720" rIns="91440" bIns="45720" anchor="t" rtlCol="0">
            <a:normAutofit/>
          </a:bodyPr>
          <a:lstStyle>
            <a:lvl1pPr marL="0" indent="0" algn="l">
              <a:buNone/>
              <a:defRPr sz="17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853440" y="6426200"/>
            <a:ext cx="2682240" cy="279400"/>
          </a:xfrm>
        </p:spPr>
        <p:txBody>
          <a:bodyPr lIns="0" tIns="0" rIns="0" bIns="0" anchor="t"/>
          <a:lstStyle>
            <a:lvl1pPr algn="l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l"/>
            <a:fld id="{8665D83C-8235-10BF-C261-E2655197FA21}" type="datetime1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10/14/2026</a:t>
            </a:fld>
            <a:endParaRPr lang="en-US" sz="1050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3657600" y="6426200"/>
            <a:ext cx="4876800" cy="279400"/>
          </a:xfrm>
        </p:spPr>
        <p:txBody>
          <a:bodyPr lIns="0" tIns="0" rIns="0" bIns="0" anchor="t"/>
          <a:lstStyle>
            <a:lvl1pPr algn="ct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ctr"/>
            <a:endParaRPr lang="en-US" sz="1050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8656320" y="6426200"/>
            <a:ext cx="2682240" cy="279400"/>
          </a:xfrm>
        </p:spPr>
        <p:txBody>
          <a:bodyPr lIns="0" tIns="0" rIns="0" bIns="0" anchor="t"/>
          <a:lstStyle>
            <a:lvl1pPr algn="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r"/>
            <a:fld id="{EDEC5DDE-27F4-D4F1-D9F6-EEF361E3EE20}" type="slidenum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05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gradFill flip="none" rotWithShape="1">
          <a:gsLst>
            <a:gs pos="0">
              <a:schemeClr val="bg2"/>
            </a:gs>
            <a:gs pos="45000">
              <a:schemeClr val="bg1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"/>
          <p:cNvSpPr/>
          <p:nvPr/>
        </p:nvSpPr>
        <p:spPr>
          <a:xfrm>
            <a:off x="-2926080" y="-4937760"/>
            <a:ext cx="8046720" cy="804672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16000"/>
                </a:schemeClr>
              </a:gs>
              <a:gs pos="37400">
                <a:schemeClr val="accent1">
                  <a:alpha val="7200"/>
                </a:scheme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Decoration"/>
          <p:cNvSpPr/>
          <p:nvPr/>
        </p:nvSpPr>
        <p:spPr>
          <a:xfrm>
            <a:off x="8046720" y="-5486400"/>
            <a:ext cx="7559040" cy="7559040"/>
          </a:xfrm>
          <a:prstGeom prst="ellipse">
            <a:avLst/>
          </a:prstGeom>
          <a:gradFill flip="none" rotWithShape="1">
            <a:gsLst>
              <a:gs pos="0">
                <a:schemeClr val="accent2">
                  <a:alpha val="13000"/>
                </a:schemeClr>
              </a:gs>
              <a:gs pos="37400">
                <a:schemeClr val="accent2">
                  <a:alpha val="5850"/>
                </a:schemeClr>
              </a:gs>
              <a:gs pos="68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Decoration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833350" y="7132320"/>
                </a:moveTo>
                <a:cubicBezTo>
                  <a:pt x="12837160" y="7150100"/>
                  <a:pt x="12835890" y="7170420"/>
                  <a:pt x="12832080" y="7189470"/>
                </a:cubicBezTo>
                <a:cubicBezTo>
                  <a:pt x="12827000" y="7207250"/>
                  <a:pt x="12818110" y="7226300"/>
                  <a:pt x="12807950" y="7242810"/>
                </a:cubicBezTo>
                <a:cubicBezTo>
                  <a:pt x="12796520" y="7260590"/>
                  <a:pt x="12783820" y="7277100"/>
                  <a:pt x="12768580" y="7292340"/>
                </a:cubicBezTo>
                <a:cubicBezTo>
                  <a:pt x="12754610" y="7308850"/>
                  <a:pt x="12739370" y="7324090"/>
                  <a:pt x="12722860" y="7339330"/>
                </a:cubicBezTo>
                <a:cubicBezTo>
                  <a:pt x="12706350" y="7354570"/>
                  <a:pt x="12688570" y="7369810"/>
                  <a:pt x="12669520" y="7383780"/>
                </a:cubicBezTo>
                <a:cubicBezTo>
                  <a:pt x="12649200" y="7396480"/>
                  <a:pt x="12626340" y="7410450"/>
                  <a:pt x="12602210" y="7420610"/>
                </a:cubicBezTo>
                <a:cubicBezTo>
                  <a:pt x="12576810" y="7430770"/>
                  <a:pt x="12548870" y="7438390"/>
                  <a:pt x="12520930" y="7442200"/>
                </a:cubicBezTo>
                <a:cubicBezTo>
                  <a:pt x="12494260" y="7444740"/>
                  <a:pt x="12463780" y="7444740"/>
                  <a:pt x="12435840" y="7440930"/>
                </a:cubicBezTo>
                <a:cubicBezTo>
                  <a:pt x="12407900" y="7437120"/>
                  <a:pt x="12381230" y="7429500"/>
                  <a:pt x="12355830" y="7420610"/>
                </a:cubicBezTo>
                <a:cubicBezTo>
                  <a:pt x="12331700" y="7412990"/>
                  <a:pt x="12308840" y="7401560"/>
                  <a:pt x="12287250" y="7390130"/>
                </a:cubicBezTo>
                <a:cubicBezTo>
                  <a:pt x="12265660" y="7378700"/>
                  <a:pt x="12246610" y="7367270"/>
                  <a:pt x="12228830" y="7355840"/>
                </a:cubicBezTo>
                <a:cubicBezTo>
                  <a:pt x="12211050" y="7343140"/>
                  <a:pt x="12193270" y="7331710"/>
                  <a:pt x="12178030" y="7317740"/>
                </a:cubicBezTo>
                <a:cubicBezTo>
                  <a:pt x="12162790" y="7305040"/>
                  <a:pt x="12147550" y="7291070"/>
                  <a:pt x="12136120" y="7277100"/>
                </a:cubicBezTo>
                <a:cubicBezTo>
                  <a:pt x="12123420" y="7261860"/>
                  <a:pt x="12113260" y="7246620"/>
                  <a:pt x="12105640" y="7230110"/>
                </a:cubicBezTo>
                <a:cubicBezTo>
                  <a:pt x="12098020" y="7214870"/>
                  <a:pt x="12092940" y="7198360"/>
                  <a:pt x="12089130" y="7181850"/>
                </a:cubicBezTo>
                <a:cubicBezTo>
                  <a:pt x="12085320" y="7165340"/>
                  <a:pt x="12084050" y="7148830"/>
                  <a:pt x="12082780" y="7132320"/>
                </a:cubicBezTo>
                <a:cubicBezTo>
                  <a:pt x="12081510" y="7115810"/>
                  <a:pt x="12080240" y="7099300"/>
                  <a:pt x="12082780" y="7081520"/>
                </a:cubicBezTo>
                <a:cubicBezTo>
                  <a:pt x="12085320" y="7065010"/>
                  <a:pt x="12087860" y="7047230"/>
                  <a:pt x="12095480" y="7030720"/>
                </a:cubicBezTo>
                <a:cubicBezTo>
                  <a:pt x="12101830" y="7014210"/>
                  <a:pt x="12111990" y="6997700"/>
                  <a:pt x="12125960" y="6983730"/>
                </a:cubicBezTo>
                <a:cubicBezTo>
                  <a:pt x="12139930" y="6969760"/>
                  <a:pt x="12158980" y="6957060"/>
                  <a:pt x="12179300" y="6948170"/>
                </a:cubicBezTo>
                <a:cubicBezTo>
                  <a:pt x="12199620" y="6939280"/>
                  <a:pt x="12225020" y="6932930"/>
                  <a:pt x="12247880" y="6929120"/>
                </a:cubicBezTo>
                <a:cubicBezTo>
                  <a:pt x="12270740" y="6925310"/>
                  <a:pt x="12294870" y="6925310"/>
                  <a:pt x="12316460" y="6925310"/>
                </a:cubicBezTo>
                <a:cubicBezTo>
                  <a:pt x="12339320" y="6925310"/>
                  <a:pt x="12359640" y="6926580"/>
                  <a:pt x="12378690" y="6927850"/>
                </a:cubicBezTo>
                <a:cubicBezTo>
                  <a:pt x="12399010" y="6927850"/>
                  <a:pt x="12416790" y="6927850"/>
                  <a:pt x="12435840" y="6927850"/>
                </a:cubicBezTo>
                <a:cubicBezTo>
                  <a:pt x="12454890" y="6927850"/>
                  <a:pt x="12472670" y="6926580"/>
                  <a:pt x="12492990" y="6926580"/>
                </a:cubicBezTo>
                <a:cubicBezTo>
                  <a:pt x="12512040" y="6927850"/>
                  <a:pt x="12532360" y="6927850"/>
                  <a:pt x="12552680" y="6930390"/>
                </a:cubicBezTo>
                <a:cubicBezTo>
                  <a:pt x="12571730" y="6932930"/>
                  <a:pt x="12593320" y="6936740"/>
                  <a:pt x="12612370" y="6941820"/>
                </a:cubicBezTo>
                <a:cubicBezTo>
                  <a:pt x="12631420" y="6948170"/>
                  <a:pt x="12650470" y="6955790"/>
                  <a:pt x="12668250" y="6964680"/>
                </a:cubicBezTo>
                <a:cubicBezTo>
                  <a:pt x="12687300" y="6973570"/>
                  <a:pt x="12705080" y="6983730"/>
                  <a:pt x="12721590" y="6995160"/>
                </a:cubicBezTo>
                <a:cubicBezTo>
                  <a:pt x="12738100" y="7006590"/>
                  <a:pt x="12754610" y="7019290"/>
                  <a:pt x="12769850" y="7033260"/>
                </a:cubicBezTo>
                <a:cubicBezTo>
                  <a:pt x="12785090" y="7047230"/>
                  <a:pt x="12799060" y="7062470"/>
                  <a:pt x="12810490" y="7078980"/>
                </a:cubicBezTo>
                <a:cubicBezTo>
                  <a:pt x="12820650" y="7095490"/>
                  <a:pt x="12829540" y="7114540"/>
                  <a:pt x="12833350" y="7132320"/>
                </a:cubicBezTo>
                <a:close/>
                <a:moveTo>
                  <a:pt x="13130530" y="7132320"/>
                </a:moveTo>
                <a:cubicBezTo>
                  <a:pt x="13134340" y="7164070"/>
                  <a:pt x="13130530" y="7198360"/>
                  <a:pt x="13121640" y="7230110"/>
                </a:cubicBezTo>
                <a:cubicBezTo>
                  <a:pt x="13112750" y="7263130"/>
                  <a:pt x="13096240" y="7293610"/>
                  <a:pt x="13078460" y="7324090"/>
                </a:cubicBezTo>
                <a:cubicBezTo>
                  <a:pt x="13060680" y="7354570"/>
                  <a:pt x="13037820" y="7382510"/>
                  <a:pt x="13014960" y="7411720"/>
                </a:cubicBezTo>
                <a:cubicBezTo>
                  <a:pt x="12992100" y="7439660"/>
                  <a:pt x="12967970" y="7467600"/>
                  <a:pt x="12940030" y="7495540"/>
                </a:cubicBezTo>
                <a:cubicBezTo>
                  <a:pt x="12910820" y="7522210"/>
                  <a:pt x="12881610" y="7550150"/>
                  <a:pt x="12846050" y="7574280"/>
                </a:cubicBezTo>
                <a:cubicBezTo>
                  <a:pt x="12810490" y="7597140"/>
                  <a:pt x="12769850" y="7620000"/>
                  <a:pt x="12725400" y="7635240"/>
                </a:cubicBezTo>
                <a:cubicBezTo>
                  <a:pt x="12682220" y="7651750"/>
                  <a:pt x="12631420" y="7661910"/>
                  <a:pt x="12583160" y="7665720"/>
                </a:cubicBezTo>
                <a:cubicBezTo>
                  <a:pt x="12534900" y="7669530"/>
                  <a:pt x="12482830" y="7665720"/>
                  <a:pt x="12435840" y="7658100"/>
                </a:cubicBezTo>
                <a:cubicBezTo>
                  <a:pt x="12388850" y="7650480"/>
                  <a:pt x="12343130" y="7636510"/>
                  <a:pt x="12301220" y="7621270"/>
                </a:cubicBezTo>
                <a:cubicBezTo>
                  <a:pt x="12258040" y="7607300"/>
                  <a:pt x="12219940" y="7589520"/>
                  <a:pt x="12183110" y="7570470"/>
                </a:cubicBezTo>
                <a:cubicBezTo>
                  <a:pt x="12146280" y="7552690"/>
                  <a:pt x="12113260" y="7534910"/>
                  <a:pt x="12081510" y="7514590"/>
                </a:cubicBezTo>
                <a:cubicBezTo>
                  <a:pt x="12048490" y="7495540"/>
                  <a:pt x="12018010" y="7475220"/>
                  <a:pt x="11991340" y="7452360"/>
                </a:cubicBezTo>
                <a:cubicBezTo>
                  <a:pt x="11963400" y="7430770"/>
                  <a:pt x="11938000" y="7406640"/>
                  <a:pt x="11917680" y="7381240"/>
                </a:cubicBezTo>
                <a:cubicBezTo>
                  <a:pt x="11897360" y="7355840"/>
                  <a:pt x="11880850" y="7329170"/>
                  <a:pt x="11866880" y="7302500"/>
                </a:cubicBezTo>
                <a:cubicBezTo>
                  <a:pt x="11854180" y="7274560"/>
                  <a:pt x="11844020" y="7246620"/>
                  <a:pt x="11836400" y="7218680"/>
                </a:cubicBezTo>
                <a:cubicBezTo>
                  <a:pt x="11828780" y="7189470"/>
                  <a:pt x="11823700" y="7161530"/>
                  <a:pt x="11819890" y="7132320"/>
                </a:cubicBezTo>
                <a:cubicBezTo>
                  <a:pt x="11817350" y="7103110"/>
                  <a:pt x="11813540" y="7073900"/>
                  <a:pt x="11817350" y="7043420"/>
                </a:cubicBezTo>
                <a:cubicBezTo>
                  <a:pt x="11821160" y="7014210"/>
                  <a:pt x="11826240" y="6982460"/>
                  <a:pt x="11840210" y="6954520"/>
                </a:cubicBezTo>
                <a:cubicBezTo>
                  <a:pt x="11854180" y="6926580"/>
                  <a:pt x="11875770" y="6898640"/>
                  <a:pt x="11902440" y="6875780"/>
                </a:cubicBezTo>
                <a:cubicBezTo>
                  <a:pt x="11929110" y="6852920"/>
                  <a:pt x="11965940" y="6833870"/>
                  <a:pt x="12001500" y="6819900"/>
                </a:cubicBezTo>
                <a:cubicBezTo>
                  <a:pt x="12038330" y="6805930"/>
                  <a:pt x="12081510" y="6798310"/>
                  <a:pt x="12120880" y="6791960"/>
                </a:cubicBezTo>
                <a:cubicBezTo>
                  <a:pt x="12158980" y="6786880"/>
                  <a:pt x="12199620" y="6786880"/>
                  <a:pt x="12236450" y="6784340"/>
                </a:cubicBezTo>
                <a:cubicBezTo>
                  <a:pt x="12272010" y="6783070"/>
                  <a:pt x="12306300" y="6784340"/>
                  <a:pt x="12339320" y="6783070"/>
                </a:cubicBezTo>
                <a:cubicBezTo>
                  <a:pt x="12372340" y="6780530"/>
                  <a:pt x="12402820" y="6777990"/>
                  <a:pt x="12435840" y="6776720"/>
                </a:cubicBezTo>
                <a:cubicBezTo>
                  <a:pt x="12468860" y="6774180"/>
                  <a:pt x="12501880" y="6770370"/>
                  <a:pt x="12536170" y="6770370"/>
                </a:cubicBezTo>
                <a:cubicBezTo>
                  <a:pt x="12570460" y="6770370"/>
                  <a:pt x="12606020" y="6770370"/>
                  <a:pt x="12641580" y="6775450"/>
                </a:cubicBezTo>
                <a:cubicBezTo>
                  <a:pt x="12675870" y="6780530"/>
                  <a:pt x="12711430" y="6788150"/>
                  <a:pt x="12745720" y="6798310"/>
                </a:cubicBezTo>
                <a:cubicBezTo>
                  <a:pt x="12780010" y="6808470"/>
                  <a:pt x="12813030" y="6821170"/>
                  <a:pt x="12846050" y="6836410"/>
                </a:cubicBezTo>
                <a:cubicBezTo>
                  <a:pt x="12879070" y="6851650"/>
                  <a:pt x="12910820" y="6869430"/>
                  <a:pt x="12941300" y="6889750"/>
                </a:cubicBezTo>
                <a:cubicBezTo>
                  <a:pt x="12971780" y="6908800"/>
                  <a:pt x="13002260" y="6930390"/>
                  <a:pt x="13027660" y="6955790"/>
                </a:cubicBezTo>
                <a:cubicBezTo>
                  <a:pt x="13054330" y="6979920"/>
                  <a:pt x="13079730" y="7007860"/>
                  <a:pt x="13097510" y="7037070"/>
                </a:cubicBezTo>
                <a:cubicBezTo>
                  <a:pt x="13114020" y="7067550"/>
                  <a:pt x="13126720" y="7100570"/>
                  <a:pt x="13130530" y="7132320"/>
                </a:cubicBezTo>
                <a:close/>
                <a:moveTo>
                  <a:pt x="13430250" y="7132320"/>
                </a:moveTo>
                <a:cubicBezTo>
                  <a:pt x="13432790" y="7178040"/>
                  <a:pt x="13423900" y="7226300"/>
                  <a:pt x="13409930" y="7272020"/>
                </a:cubicBezTo>
                <a:cubicBezTo>
                  <a:pt x="13397230" y="7317740"/>
                  <a:pt x="13373100" y="7360920"/>
                  <a:pt x="13348970" y="7404100"/>
                </a:cubicBezTo>
                <a:cubicBezTo>
                  <a:pt x="13324840" y="7448550"/>
                  <a:pt x="13296900" y="7489190"/>
                  <a:pt x="13266420" y="7531100"/>
                </a:cubicBezTo>
                <a:cubicBezTo>
                  <a:pt x="13234670" y="7573010"/>
                  <a:pt x="13202920" y="7616190"/>
                  <a:pt x="13162280" y="7655560"/>
                </a:cubicBezTo>
                <a:cubicBezTo>
                  <a:pt x="13122910" y="7694930"/>
                  <a:pt x="13078460" y="7736840"/>
                  <a:pt x="13026390" y="7768590"/>
                </a:cubicBezTo>
                <a:cubicBezTo>
                  <a:pt x="12974320" y="7801610"/>
                  <a:pt x="12913360" y="7832090"/>
                  <a:pt x="12849860" y="7851140"/>
                </a:cubicBezTo>
                <a:cubicBezTo>
                  <a:pt x="12785090" y="7870190"/>
                  <a:pt x="12712700" y="7881620"/>
                  <a:pt x="12642850" y="7884160"/>
                </a:cubicBezTo>
                <a:cubicBezTo>
                  <a:pt x="12574270" y="7886700"/>
                  <a:pt x="12501880" y="7877810"/>
                  <a:pt x="12435840" y="7866380"/>
                </a:cubicBezTo>
                <a:cubicBezTo>
                  <a:pt x="12369800" y="7853680"/>
                  <a:pt x="12306300" y="7833360"/>
                  <a:pt x="12247880" y="7814310"/>
                </a:cubicBezTo>
                <a:cubicBezTo>
                  <a:pt x="12188190" y="7793990"/>
                  <a:pt x="12134850" y="7771130"/>
                  <a:pt x="12082780" y="7747000"/>
                </a:cubicBezTo>
                <a:cubicBezTo>
                  <a:pt x="12029440" y="7722870"/>
                  <a:pt x="11981180" y="7698740"/>
                  <a:pt x="11934190" y="7672070"/>
                </a:cubicBezTo>
                <a:cubicBezTo>
                  <a:pt x="11888470" y="7645400"/>
                  <a:pt x="11844020" y="7617460"/>
                  <a:pt x="11804650" y="7585710"/>
                </a:cubicBezTo>
                <a:cubicBezTo>
                  <a:pt x="11766550" y="7555230"/>
                  <a:pt x="11730990" y="7520940"/>
                  <a:pt x="11701780" y="7485380"/>
                </a:cubicBezTo>
                <a:cubicBezTo>
                  <a:pt x="11672570" y="7449820"/>
                  <a:pt x="11649710" y="7411720"/>
                  <a:pt x="11629390" y="7372350"/>
                </a:cubicBezTo>
                <a:cubicBezTo>
                  <a:pt x="11610340" y="7334250"/>
                  <a:pt x="11595100" y="7294880"/>
                  <a:pt x="11582400" y="7254240"/>
                </a:cubicBezTo>
                <a:cubicBezTo>
                  <a:pt x="11569700" y="7214870"/>
                  <a:pt x="11558270" y="7174230"/>
                  <a:pt x="11551920" y="7132320"/>
                </a:cubicBezTo>
                <a:cubicBezTo>
                  <a:pt x="11545570" y="7090410"/>
                  <a:pt x="11540490" y="7047230"/>
                  <a:pt x="11546840" y="7005320"/>
                </a:cubicBezTo>
                <a:cubicBezTo>
                  <a:pt x="11551920" y="6962140"/>
                  <a:pt x="11563350" y="6917690"/>
                  <a:pt x="11586210" y="6879590"/>
                </a:cubicBezTo>
                <a:cubicBezTo>
                  <a:pt x="11610340" y="6840220"/>
                  <a:pt x="11644630" y="6802120"/>
                  <a:pt x="11686540" y="6771640"/>
                </a:cubicBezTo>
                <a:cubicBezTo>
                  <a:pt x="11728450" y="6742430"/>
                  <a:pt x="11783060" y="6718300"/>
                  <a:pt x="11835130" y="6700520"/>
                </a:cubicBezTo>
                <a:cubicBezTo>
                  <a:pt x="11888470" y="6682740"/>
                  <a:pt x="11948160" y="6673850"/>
                  <a:pt x="12002770" y="6664960"/>
                </a:cubicBezTo>
                <a:cubicBezTo>
                  <a:pt x="12056110" y="6657340"/>
                  <a:pt x="12109450" y="6656070"/>
                  <a:pt x="12158980" y="6650990"/>
                </a:cubicBezTo>
                <a:cubicBezTo>
                  <a:pt x="12208510" y="6647180"/>
                  <a:pt x="12252960" y="6643370"/>
                  <a:pt x="12298680" y="6638290"/>
                </a:cubicBezTo>
                <a:cubicBezTo>
                  <a:pt x="12345670" y="6631940"/>
                  <a:pt x="12388850" y="6624320"/>
                  <a:pt x="12435840" y="6619240"/>
                </a:cubicBezTo>
                <a:cubicBezTo>
                  <a:pt x="12482830" y="6614160"/>
                  <a:pt x="12531090" y="6607810"/>
                  <a:pt x="12580620" y="6607810"/>
                </a:cubicBezTo>
                <a:cubicBezTo>
                  <a:pt x="12630150" y="6606540"/>
                  <a:pt x="12682220" y="6609080"/>
                  <a:pt x="12733020" y="6615430"/>
                </a:cubicBezTo>
                <a:cubicBezTo>
                  <a:pt x="12783820" y="6623050"/>
                  <a:pt x="12834620" y="6634480"/>
                  <a:pt x="12884150" y="6649720"/>
                </a:cubicBezTo>
                <a:cubicBezTo>
                  <a:pt x="12933680" y="6663690"/>
                  <a:pt x="12981940" y="6682740"/>
                  <a:pt x="13030200" y="6704330"/>
                </a:cubicBezTo>
                <a:cubicBezTo>
                  <a:pt x="13077190" y="6725920"/>
                  <a:pt x="13125450" y="6750050"/>
                  <a:pt x="13169900" y="6779260"/>
                </a:cubicBezTo>
                <a:cubicBezTo>
                  <a:pt x="13214350" y="6807200"/>
                  <a:pt x="13260070" y="6838950"/>
                  <a:pt x="13296900" y="6875780"/>
                </a:cubicBezTo>
                <a:cubicBezTo>
                  <a:pt x="13333730" y="6911340"/>
                  <a:pt x="13369290" y="6953250"/>
                  <a:pt x="13390880" y="6995160"/>
                </a:cubicBezTo>
                <a:cubicBezTo>
                  <a:pt x="13413740" y="7038340"/>
                  <a:pt x="13426440" y="7086600"/>
                  <a:pt x="13430250" y="7132320"/>
                </a:cubicBezTo>
                <a:close/>
                <a:moveTo>
                  <a:pt x="13727430" y="7132320"/>
                </a:moveTo>
                <a:cubicBezTo>
                  <a:pt x="13728700" y="7192010"/>
                  <a:pt x="13713460" y="7254240"/>
                  <a:pt x="13696950" y="7312660"/>
                </a:cubicBezTo>
                <a:cubicBezTo>
                  <a:pt x="13679170" y="7372350"/>
                  <a:pt x="13651230" y="7429500"/>
                  <a:pt x="13622020" y="7486650"/>
                </a:cubicBezTo>
                <a:cubicBezTo>
                  <a:pt x="13594080" y="7543800"/>
                  <a:pt x="13562330" y="7599680"/>
                  <a:pt x="13522960" y="7655560"/>
                </a:cubicBezTo>
                <a:cubicBezTo>
                  <a:pt x="13484860" y="7711440"/>
                  <a:pt x="13445490" y="7769860"/>
                  <a:pt x="13392150" y="7820660"/>
                </a:cubicBezTo>
                <a:cubicBezTo>
                  <a:pt x="13340080" y="7872730"/>
                  <a:pt x="13280390" y="7926070"/>
                  <a:pt x="13209270" y="7966710"/>
                </a:cubicBezTo>
                <a:cubicBezTo>
                  <a:pt x="13139420" y="8006080"/>
                  <a:pt x="13055600" y="8041640"/>
                  <a:pt x="12970510" y="8063230"/>
                </a:cubicBezTo>
                <a:cubicBezTo>
                  <a:pt x="12886690" y="8083550"/>
                  <a:pt x="12790170" y="8092440"/>
                  <a:pt x="12701270" y="8092440"/>
                </a:cubicBezTo>
                <a:cubicBezTo>
                  <a:pt x="12612370" y="8092440"/>
                  <a:pt x="12519660" y="8078470"/>
                  <a:pt x="12435840" y="8063230"/>
                </a:cubicBezTo>
                <a:cubicBezTo>
                  <a:pt x="12352020" y="8047990"/>
                  <a:pt x="12272010" y="8022590"/>
                  <a:pt x="12195810" y="7999730"/>
                </a:cubicBezTo>
                <a:cubicBezTo>
                  <a:pt x="12120880" y="7975600"/>
                  <a:pt x="12049760" y="7948930"/>
                  <a:pt x="11982450" y="7919720"/>
                </a:cubicBezTo>
                <a:cubicBezTo>
                  <a:pt x="11915140" y="7891780"/>
                  <a:pt x="11849100" y="7862570"/>
                  <a:pt x="11789410" y="7829550"/>
                </a:cubicBezTo>
                <a:cubicBezTo>
                  <a:pt x="11728450" y="7795260"/>
                  <a:pt x="11671300" y="7759700"/>
                  <a:pt x="11621770" y="7719060"/>
                </a:cubicBezTo>
                <a:cubicBezTo>
                  <a:pt x="11570970" y="7678420"/>
                  <a:pt x="11526520" y="7633970"/>
                  <a:pt x="11488420" y="7588250"/>
                </a:cubicBezTo>
                <a:cubicBezTo>
                  <a:pt x="11450320" y="7542530"/>
                  <a:pt x="11421110" y="7493000"/>
                  <a:pt x="11393170" y="7443470"/>
                </a:cubicBezTo>
                <a:cubicBezTo>
                  <a:pt x="11365230" y="7393940"/>
                  <a:pt x="11343640" y="7343140"/>
                  <a:pt x="11323320" y="7291070"/>
                </a:cubicBezTo>
                <a:cubicBezTo>
                  <a:pt x="11304270" y="7240270"/>
                  <a:pt x="11286490" y="7186930"/>
                  <a:pt x="11277600" y="7132320"/>
                </a:cubicBezTo>
                <a:cubicBezTo>
                  <a:pt x="11268710" y="7077710"/>
                  <a:pt x="11262360" y="7020560"/>
                  <a:pt x="11272520" y="6965950"/>
                </a:cubicBezTo>
                <a:cubicBezTo>
                  <a:pt x="11282680" y="6911340"/>
                  <a:pt x="11303000" y="6852920"/>
                  <a:pt x="11337290" y="6804660"/>
                </a:cubicBezTo>
                <a:cubicBezTo>
                  <a:pt x="11372850" y="6756400"/>
                  <a:pt x="11424920" y="6709410"/>
                  <a:pt x="11482070" y="6673850"/>
                </a:cubicBezTo>
                <a:cubicBezTo>
                  <a:pt x="11540490" y="6638290"/>
                  <a:pt x="11614150" y="6610350"/>
                  <a:pt x="11682730" y="6590030"/>
                </a:cubicBezTo>
                <a:cubicBezTo>
                  <a:pt x="11751310" y="6568440"/>
                  <a:pt x="11826240" y="6558280"/>
                  <a:pt x="11892280" y="6546850"/>
                </a:cubicBezTo>
                <a:cubicBezTo>
                  <a:pt x="11959590" y="6535420"/>
                  <a:pt x="12023090" y="6530340"/>
                  <a:pt x="12084050" y="6520180"/>
                </a:cubicBezTo>
                <a:cubicBezTo>
                  <a:pt x="12145010" y="6511290"/>
                  <a:pt x="12199620" y="6499860"/>
                  <a:pt x="12258040" y="6489700"/>
                </a:cubicBezTo>
                <a:cubicBezTo>
                  <a:pt x="12316460" y="6479540"/>
                  <a:pt x="12374880" y="6464300"/>
                  <a:pt x="12435840" y="6456680"/>
                </a:cubicBezTo>
                <a:cubicBezTo>
                  <a:pt x="12496800" y="6447790"/>
                  <a:pt x="12562840" y="6438900"/>
                  <a:pt x="12627610" y="6438900"/>
                </a:cubicBezTo>
                <a:cubicBezTo>
                  <a:pt x="12692380" y="6437630"/>
                  <a:pt x="12760960" y="6441440"/>
                  <a:pt x="12828270" y="6451600"/>
                </a:cubicBezTo>
                <a:cubicBezTo>
                  <a:pt x="12894310" y="6460490"/>
                  <a:pt x="12960350" y="6477000"/>
                  <a:pt x="13026390" y="6496050"/>
                </a:cubicBezTo>
                <a:cubicBezTo>
                  <a:pt x="13092430" y="6515100"/>
                  <a:pt x="13157200" y="6539230"/>
                  <a:pt x="13220700" y="6567170"/>
                </a:cubicBezTo>
                <a:cubicBezTo>
                  <a:pt x="13285470" y="6595110"/>
                  <a:pt x="13351510" y="6625590"/>
                  <a:pt x="13409930" y="6663690"/>
                </a:cubicBezTo>
                <a:cubicBezTo>
                  <a:pt x="13469620" y="6701790"/>
                  <a:pt x="13529310" y="6743700"/>
                  <a:pt x="13576300" y="6791960"/>
                </a:cubicBezTo>
                <a:cubicBezTo>
                  <a:pt x="13623290" y="6840220"/>
                  <a:pt x="13663930" y="6896100"/>
                  <a:pt x="13689330" y="6953250"/>
                </a:cubicBezTo>
                <a:cubicBezTo>
                  <a:pt x="13714730" y="7009130"/>
                  <a:pt x="13726160" y="7072630"/>
                  <a:pt x="13727430" y="7132320"/>
                </a:cubicBezTo>
                <a:close/>
                <a:moveTo>
                  <a:pt x="14022070" y="7132320"/>
                </a:moveTo>
                <a:cubicBezTo>
                  <a:pt x="14020800" y="7205980"/>
                  <a:pt x="14001750" y="7280910"/>
                  <a:pt x="13982700" y="7353300"/>
                </a:cubicBezTo>
                <a:cubicBezTo>
                  <a:pt x="13962380" y="7426960"/>
                  <a:pt x="13933170" y="7498080"/>
                  <a:pt x="13901420" y="7569200"/>
                </a:cubicBezTo>
                <a:cubicBezTo>
                  <a:pt x="13869670" y="7641590"/>
                  <a:pt x="13835380" y="7713980"/>
                  <a:pt x="13789660" y="7783830"/>
                </a:cubicBezTo>
                <a:cubicBezTo>
                  <a:pt x="13743940" y="7853680"/>
                  <a:pt x="13694410" y="7927340"/>
                  <a:pt x="13628370" y="7990840"/>
                </a:cubicBezTo>
                <a:cubicBezTo>
                  <a:pt x="13562330" y="8054340"/>
                  <a:pt x="13482320" y="8116570"/>
                  <a:pt x="13392150" y="8163560"/>
                </a:cubicBezTo>
                <a:cubicBezTo>
                  <a:pt x="13301980" y="8209280"/>
                  <a:pt x="13195300" y="8246110"/>
                  <a:pt x="13088620" y="8266430"/>
                </a:cubicBezTo>
                <a:cubicBezTo>
                  <a:pt x="12981940" y="8288020"/>
                  <a:pt x="12865100" y="8293100"/>
                  <a:pt x="12755880" y="8290560"/>
                </a:cubicBezTo>
                <a:cubicBezTo>
                  <a:pt x="12646660" y="8288020"/>
                  <a:pt x="12537440" y="8270240"/>
                  <a:pt x="12435840" y="8251190"/>
                </a:cubicBezTo>
                <a:cubicBezTo>
                  <a:pt x="12334240" y="8233410"/>
                  <a:pt x="12238990" y="8206740"/>
                  <a:pt x="12146280" y="8180070"/>
                </a:cubicBezTo>
                <a:cubicBezTo>
                  <a:pt x="12054840" y="8153400"/>
                  <a:pt x="11967210" y="8124190"/>
                  <a:pt x="11883390" y="8092440"/>
                </a:cubicBezTo>
                <a:cubicBezTo>
                  <a:pt x="11799570" y="8059420"/>
                  <a:pt x="11718290" y="8025130"/>
                  <a:pt x="11644630" y="7985760"/>
                </a:cubicBezTo>
                <a:cubicBezTo>
                  <a:pt x="11569700" y="7945120"/>
                  <a:pt x="11499850" y="7899400"/>
                  <a:pt x="11438890" y="7849870"/>
                </a:cubicBezTo>
                <a:cubicBezTo>
                  <a:pt x="11377930" y="7800340"/>
                  <a:pt x="11324590" y="7745730"/>
                  <a:pt x="11277600" y="7689850"/>
                </a:cubicBezTo>
                <a:cubicBezTo>
                  <a:pt x="11229340" y="7633970"/>
                  <a:pt x="11191240" y="7574280"/>
                  <a:pt x="11154410" y="7514590"/>
                </a:cubicBezTo>
                <a:cubicBezTo>
                  <a:pt x="11117580" y="7454900"/>
                  <a:pt x="11085830" y="7392670"/>
                  <a:pt x="11059160" y="7329170"/>
                </a:cubicBezTo>
                <a:cubicBezTo>
                  <a:pt x="11032490" y="7265670"/>
                  <a:pt x="11007090" y="7199630"/>
                  <a:pt x="10996930" y="7132320"/>
                </a:cubicBezTo>
                <a:cubicBezTo>
                  <a:pt x="10986770" y="7065010"/>
                  <a:pt x="10981690" y="6992620"/>
                  <a:pt x="10999470" y="6926580"/>
                </a:cubicBezTo>
                <a:cubicBezTo>
                  <a:pt x="11015980" y="6860540"/>
                  <a:pt x="11050270" y="6790690"/>
                  <a:pt x="11098530" y="6733540"/>
                </a:cubicBezTo>
                <a:cubicBezTo>
                  <a:pt x="11148060" y="6676390"/>
                  <a:pt x="11220450" y="6624320"/>
                  <a:pt x="11294110" y="6583680"/>
                </a:cubicBezTo>
                <a:cubicBezTo>
                  <a:pt x="11367770" y="6543040"/>
                  <a:pt x="11459210" y="6513830"/>
                  <a:pt x="11541760" y="6488430"/>
                </a:cubicBezTo>
                <a:cubicBezTo>
                  <a:pt x="11624310" y="6464300"/>
                  <a:pt x="11710670" y="6450330"/>
                  <a:pt x="11788140" y="6433820"/>
                </a:cubicBezTo>
                <a:cubicBezTo>
                  <a:pt x="11865610" y="6417310"/>
                  <a:pt x="11936730" y="6404610"/>
                  <a:pt x="12007850" y="6388100"/>
                </a:cubicBezTo>
                <a:cubicBezTo>
                  <a:pt x="12078970" y="6371590"/>
                  <a:pt x="12143740" y="6352540"/>
                  <a:pt x="12216130" y="6334760"/>
                </a:cubicBezTo>
                <a:cubicBezTo>
                  <a:pt x="12287250" y="6318250"/>
                  <a:pt x="12359640" y="6297930"/>
                  <a:pt x="12435840" y="6286500"/>
                </a:cubicBezTo>
                <a:cubicBezTo>
                  <a:pt x="12512040" y="6273800"/>
                  <a:pt x="12594590" y="6264910"/>
                  <a:pt x="12675870" y="6263640"/>
                </a:cubicBezTo>
                <a:cubicBezTo>
                  <a:pt x="12757150" y="6263640"/>
                  <a:pt x="12842240" y="6269990"/>
                  <a:pt x="12924790" y="6282690"/>
                </a:cubicBezTo>
                <a:cubicBezTo>
                  <a:pt x="13007340" y="6294120"/>
                  <a:pt x="13091160" y="6313170"/>
                  <a:pt x="13173710" y="6337300"/>
                </a:cubicBezTo>
                <a:cubicBezTo>
                  <a:pt x="13256260" y="6360160"/>
                  <a:pt x="13340080" y="6388100"/>
                  <a:pt x="13421360" y="6422390"/>
                </a:cubicBezTo>
                <a:cubicBezTo>
                  <a:pt x="13502640" y="6456680"/>
                  <a:pt x="13586460" y="6496050"/>
                  <a:pt x="13660120" y="6543040"/>
                </a:cubicBezTo>
                <a:cubicBezTo>
                  <a:pt x="13733780" y="6590030"/>
                  <a:pt x="13807440" y="6645910"/>
                  <a:pt x="13862050" y="6706870"/>
                </a:cubicBezTo>
                <a:cubicBezTo>
                  <a:pt x="13915390" y="6767830"/>
                  <a:pt x="13961110" y="6838950"/>
                  <a:pt x="13987780" y="6910070"/>
                </a:cubicBezTo>
                <a:cubicBezTo>
                  <a:pt x="14014450" y="6981190"/>
                  <a:pt x="14022070" y="7058660"/>
                  <a:pt x="14022070" y="7132320"/>
                </a:cubicBezTo>
                <a:close/>
                <a:moveTo>
                  <a:pt x="14312900" y="7132320"/>
                </a:moveTo>
                <a:cubicBezTo>
                  <a:pt x="14310360" y="7219950"/>
                  <a:pt x="14291310" y="7307580"/>
                  <a:pt x="14270990" y="7395210"/>
                </a:cubicBezTo>
                <a:cubicBezTo>
                  <a:pt x="14250670" y="7482840"/>
                  <a:pt x="14224000" y="7567930"/>
                  <a:pt x="14189710" y="7655560"/>
                </a:cubicBezTo>
                <a:cubicBezTo>
                  <a:pt x="14155420" y="7741920"/>
                  <a:pt x="14119860" y="7832090"/>
                  <a:pt x="14065250" y="7915910"/>
                </a:cubicBezTo>
                <a:cubicBezTo>
                  <a:pt x="14011910" y="8001000"/>
                  <a:pt x="13949680" y="8089900"/>
                  <a:pt x="13867130" y="8162290"/>
                </a:cubicBezTo>
                <a:cubicBezTo>
                  <a:pt x="13784580" y="8235950"/>
                  <a:pt x="13681710" y="8305800"/>
                  <a:pt x="13571220" y="8355330"/>
                </a:cubicBezTo>
                <a:cubicBezTo>
                  <a:pt x="13459460" y="8404860"/>
                  <a:pt x="13327380" y="8440420"/>
                  <a:pt x="13200380" y="8460740"/>
                </a:cubicBezTo>
                <a:cubicBezTo>
                  <a:pt x="13073380" y="8481060"/>
                  <a:pt x="12934950" y="8482330"/>
                  <a:pt x="12807950" y="8477250"/>
                </a:cubicBezTo>
                <a:cubicBezTo>
                  <a:pt x="12679680" y="8472170"/>
                  <a:pt x="12553950" y="8451850"/>
                  <a:pt x="12435840" y="8432800"/>
                </a:cubicBezTo>
                <a:cubicBezTo>
                  <a:pt x="12317730" y="8412480"/>
                  <a:pt x="12205970" y="8387080"/>
                  <a:pt x="12096750" y="8357870"/>
                </a:cubicBezTo>
                <a:cubicBezTo>
                  <a:pt x="11988800" y="8329930"/>
                  <a:pt x="11884660" y="8300720"/>
                  <a:pt x="11784330" y="8263890"/>
                </a:cubicBezTo>
                <a:cubicBezTo>
                  <a:pt x="11685270" y="8228330"/>
                  <a:pt x="11588750" y="8187690"/>
                  <a:pt x="11501120" y="8140700"/>
                </a:cubicBezTo>
                <a:cubicBezTo>
                  <a:pt x="11413490" y="8092440"/>
                  <a:pt x="11330940" y="8037830"/>
                  <a:pt x="11258550" y="7979410"/>
                </a:cubicBezTo>
                <a:cubicBezTo>
                  <a:pt x="11186160" y="7922260"/>
                  <a:pt x="11123930" y="7856220"/>
                  <a:pt x="11065510" y="7791450"/>
                </a:cubicBezTo>
                <a:cubicBezTo>
                  <a:pt x="11008360" y="7725410"/>
                  <a:pt x="10957560" y="7656830"/>
                  <a:pt x="10911840" y="7586980"/>
                </a:cubicBezTo>
                <a:cubicBezTo>
                  <a:pt x="10864850" y="7515860"/>
                  <a:pt x="10820400" y="7444740"/>
                  <a:pt x="10787380" y="7368540"/>
                </a:cubicBezTo>
                <a:cubicBezTo>
                  <a:pt x="10754360" y="7292340"/>
                  <a:pt x="10721340" y="7212330"/>
                  <a:pt x="10712450" y="7132320"/>
                </a:cubicBezTo>
                <a:cubicBezTo>
                  <a:pt x="10702290" y="7052310"/>
                  <a:pt x="10704830" y="6965950"/>
                  <a:pt x="10731500" y="6888480"/>
                </a:cubicBezTo>
                <a:cubicBezTo>
                  <a:pt x="10759440" y="6811010"/>
                  <a:pt x="10810240" y="6732270"/>
                  <a:pt x="10876280" y="6667500"/>
                </a:cubicBezTo>
                <a:cubicBezTo>
                  <a:pt x="10941050" y="6602730"/>
                  <a:pt x="11033760" y="6546850"/>
                  <a:pt x="11123930" y="6501130"/>
                </a:cubicBezTo>
                <a:cubicBezTo>
                  <a:pt x="11212830" y="6455410"/>
                  <a:pt x="11318240" y="6424930"/>
                  <a:pt x="11412220" y="6395720"/>
                </a:cubicBezTo>
                <a:cubicBezTo>
                  <a:pt x="11504930" y="6365240"/>
                  <a:pt x="11598910" y="6346190"/>
                  <a:pt x="11684000" y="6322060"/>
                </a:cubicBezTo>
                <a:cubicBezTo>
                  <a:pt x="11770360" y="6299200"/>
                  <a:pt x="11847830" y="6276340"/>
                  <a:pt x="11929110" y="6250940"/>
                </a:cubicBezTo>
                <a:cubicBezTo>
                  <a:pt x="12010390" y="6225540"/>
                  <a:pt x="12086590" y="6196330"/>
                  <a:pt x="12170410" y="6172200"/>
                </a:cubicBezTo>
                <a:cubicBezTo>
                  <a:pt x="12255500" y="6149340"/>
                  <a:pt x="12343130" y="6123940"/>
                  <a:pt x="12435840" y="6108700"/>
                </a:cubicBezTo>
                <a:cubicBezTo>
                  <a:pt x="12528550" y="6094730"/>
                  <a:pt x="12626340" y="6085840"/>
                  <a:pt x="12725400" y="6084570"/>
                </a:cubicBezTo>
                <a:cubicBezTo>
                  <a:pt x="12823190" y="6084570"/>
                  <a:pt x="12924790" y="6093460"/>
                  <a:pt x="13025120" y="6108700"/>
                </a:cubicBezTo>
                <a:cubicBezTo>
                  <a:pt x="13125450" y="6122670"/>
                  <a:pt x="13227050" y="6144260"/>
                  <a:pt x="13327380" y="6170930"/>
                </a:cubicBezTo>
                <a:cubicBezTo>
                  <a:pt x="13428980" y="6198870"/>
                  <a:pt x="13533120" y="6230620"/>
                  <a:pt x="13632180" y="6271260"/>
                </a:cubicBezTo>
                <a:cubicBezTo>
                  <a:pt x="13729970" y="6311900"/>
                  <a:pt x="13832840" y="6360160"/>
                  <a:pt x="13919200" y="6418580"/>
                </a:cubicBezTo>
                <a:cubicBezTo>
                  <a:pt x="14005560" y="6477000"/>
                  <a:pt x="14089380" y="6546850"/>
                  <a:pt x="14150340" y="6621780"/>
                </a:cubicBezTo>
                <a:cubicBezTo>
                  <a:pt x="14210030" y="6695440"/>
                  <a:pt x="14255750" y="6783070"/>
                  <a:pt x="14282420" y="6868160"/>
                </a:cubicBezTo>
                <a:cubicBezTo>
                  <a:pt x="14310360" y="6953250"/>
                  <a:pt x="14314170" y="7044690"/>
                  <a:pt x="14312900" y="7132320"/>
                </a:cubicBezTo>
                <a:close/>
                <a:moveTo>
                  <a:pt x="14602460" y="7132320"/>
                </a:moveTo>
                <a:cubicBezTo>
                  <a:pt x="14601190" y="7233920"/>
                  <a:pt x="14584680" y="7335520"/>
                  <a:pt x="14565630" y="7437120"/>
                </a:cubicBezTo>
                <a:cubicBezTo>
                  <a:pt x="14547850" y="7539990"/>
                  <a:pt x="14524990" y="7641590"/>
                  <a:pt x="14489430" y="7744460"/>
                </a:cubicBezTo>
                <a:cubicBezTo>
                  <a:pt x="14452600" y="7847330"/>
                  <a:pt x="14413230" y="7955280"/>
                  <a:pt x="14349730" y="8053070"/>
                </a:cubicBezTo>
                <a:cubicBezTo>
                  <a:pt x="14284960" y="8150860"/>
                  <a:pt x="14204950" y="8252460"/>
                  <a:pt x="14104620" y="8333740"/>
                </a:cubicBezTo>
                <a:cubicBezTo>
                  <a:pt x="14003020" y="8415020"/>
                  <a:pt x="13876020" y="8488680"/>
                  <a:pt x="13742670" y="8540750"/>
                </a:cubicBezTo>
                <a:cubicBezTo>
                  <a:pt x="13609320" y="8591550"/>
                  <a:pt x="13453110" y="8624570"/>
                  <a:pt x="13305790" y="8643620"/>
                </a:cubicBezTo>
                <a:cubicBezTo>
                  <a:pt x="13157200" y="8662670"/>
                  <a:pt x="13000990" y="8660130"/>
                  <a:pt x="12856210" y="8653780"/>
                </a:cubicBezTo>
                <a:cubicBezTo>
                  <a:pt x="12711430" y="8648700"/>
                  <a:pt x="12570460" y="8629650"/>
                  <a:pt x="12435840" y="8609330"/>
                </a:cubicBezTo>
                <a:cubicBezTo>
                  <a:pt x="12301220" y="8590280"/>
                  <a:pt x="12172950" y="8566150"/>
                  <a:pt x="12048490" y="8536940"/>
                </a:cubicBezTo>
                <a:cubicBezTo>
                  <a:pt x="11922760" y="8507730"/>
                  <a:pt x="11800840" y="8475980"/>
                  <a:pt x="11686540" y="8435340"/>
                </a:cubicBezTo>
                <a:cubicBezTo>
                  <a:pt x="11570970" y="8394700"/>
                  <a:pt x="11459210" y="8347710"/>
                  <a:pt x="11357610" y="8293100"/>
                </a:cubicBezTo>
                <a:cubicBezTo>
                  <a:pt x="11257280" y="8238490"/>
                  <a:pt x="11164570" y="8174990"/>
                  <a:pt x="11080750" y="8107680"/>
                </a:cubicBezTo>
                <a:cubicBezTo>
                  <a:pt x="10995660" y="8041640"/>
                  <a:pt x="10923270" y="7967980"/>
                  <a:pt x="10853420" y="7894320"/>
                </a:cubicBezTo>
                <a:cubicBezTo>
                  <a:pt x="10783570" y="7819390"/>
                  <a:pt x="10720070" y="7741920"/>
                  <a:pt x="10661650" y="7661910"/>
                </a:cubicBezTo>
                <a:cubicBezTo>
                  <a:pt x="10604500" y="7580630"/>
                  <a:pt x="10546080" y="7496810"/>
                  <a:pt x="10507980" y="7407910"/>
                </a:cubicBezTo>
                <a:cubicBezTo>
                  <a:pt x="10468610" y="7320280"/>
                  <a:pt x="10433050" y="7225030"/>
                  <a:pt x="10427970" y="7132320"/>
                </a:cubicBezTo>
                <a:cubicBezTo>
                  <a:pt x="10422890" y="7039610"/>
                  <a:pt x="10436860" y="6939280"/>
                  <a:pt x="10477500" y="6851650"/>
                </a:cubicBezTo>
                <a:cubicBezTo>
                  <a:pt x="10518140" y="6764020"/>
                  <a:pt x="10590530" y="6677660"/>
                  <a:pt x="10673080" y="6606540"/>
                </a:cubicBezTo>
                <a:cubicBezTo>
                  <a:pt x="10754360" y="6535420"/>
                  <a:pt x="10866120" y="6477000"/>
                  <a:pt x="10968990" y="6426200"/>
                </a:cubicBezTo>
                <a:cubicBezTo>
                  <a:pt x="11071860" y="6376670"/>
                  <a:pt x="11187430" y="6342380"/>
                  <a:pt x="11289030" y="6306820"/>
                </a:cubicBezTo>
                <a:cubicBezTo>
                  <a:pt x="11390630" y="6269990"/>
                  <a:pt x="11485880" y="6242050"/>
                  <a:pt x="11578590" y="6209030"/>
                </a:cubicBezTo>
                <a:cubicBezTo>
                  <a:pt x="11672570" y="6176010"/>
                  <a:pt x="11755120" y="6140450"/>
                  <a:pt x="11845290" y="6106160"/>
                </a:cubicBezTo>
                <a:cubicBezTo>
                  <a:pt x="11936730" y="6071870"/>
                  <a:pt x="12025630" y="6032500"/>
                  <a:pt x="12123420" y="6002020"/>
                </a:cubicBezTo>
                <a:cubicBezTo>
                  <a:pt x="12222480" y="5972810"/>
                  <a:pt x="12326620" y="5943600"/>
                  <a:pt x="12435840" y="5927090"/>
                </a:cubicBezTo>
                <a:cubicBezTo>
                  <a:pt x="12545060" y="5909310"/>
                  <a:pt x="12660630" y="5901690"/>
                  <a:pt x="12776200" y="5901690"/>
                </a:cubicBezTo>
                <a:cubicBezTo>
                  <a:pt x="12891770" y="5901690"/>
                  <a:pt x="13009880" y="5911850"/>
                  <a:pt x="13127990" y="5928360"/>
                </a:cubicBezTo>
                <a:cubicBezTo>
                  <a:pt x="13247370" y="5943600"/>
                  <a:pt x="13368020" y="5966460"/>
                  <a:pt x="13488670" y="5996940"/>
                </a:cubicBezTo>
                <a:cubicBezTo>
                  <a:pt x="13609320" y="6028690"/>
                  <a:pt x="13735050" y="6064250"/>
                  <a:pt x="13850620" y="6113780"/>
                </a:cubicBezTo>
                <a:cubicBezTo>
                  <a:pt x="13967460" y="6162040"/>
                  <a:pt x="14086840" y="6220460"/>
                  <a:pt x="14184630" y="6291580"/>
                </a:cubicBezTo>
                <a:cubicBezTo>
                  <a:pt x="14282420" y="6361430"/>
                  <a:pt x="14372590" y="6446520"/>
                  <a:pt x="14437360" y="6535420"/>
                </a:cubicBezTo>
                <a:cubicBezTo>
                  <a:pt x="14502130" y="6624320"/>
                  <a:pt x="14545310" y="6727190"/>
                  <a:pt x="14573250" y="6826250"/>
                </a:cubicBezTo>
                <a:cubicBezTo>
                  <a:pt x="14599920" y="6925310"/>
                  <a:pt x="14603730" y="7030720"/>
                  <a:pt x="14602460" y="7132320"/>
                </a:cubicBezTo>
                <a:close/>
                <a:moveTo>
                  <a:pt x="14893290" y="7132320"/>
                </a:moveTo>
                <a:cubicBezTo>
                  <a:pt x="14895830" y="7247890"/>
                  <a:pt x="14888210" y="7363460"/>
                  <a:pt x="14871700" y="7481570"/>
                </a:cubicBezTo>
                <a:cubicBezTo>
                  <a:pt x="14856460" y="7598410"/>
                  <a:pt x="14839950" y="7719060"/>
                  <a:pt x="14800580" y="7837170"/>
                </a:cubicBezTo>
                <a:cubicBezTo>
                  <a:pt x="14761210" y="7955280"/>
                  <a:pt x="14714220" y="8081010"/>
                  <a:pt x="14636750" y="8191500"/>
                </a:cubicBezTo>
                <a:cubicBezTo>
                  <a:pt x="14559280" y="8301990"/>
                  <a:pt x="14457680" y="8412480"/>
                  <a:pt x="14335760" y="8500110"/>
                </a:cubicBezTo>
                <a:cubicBezTo>
                  <a:pt x="14213840" y="8587740"/>
                  <a:pt x="14058900" y="8662670"/>
                  <a:pt x="13903960" y="8714740"/>
                </a:cubicBezTo>
                <a:cubicBezTo>
                  <a:pt x="13749020" y="8766810"/>
                  <a:pt x="13569950" y="8796020"/>
                  <a:pt x="13403580" y="8813800"/>
                </a:cubicBezTo>
                <a:cubicBezTo>
                  <a:pt x="13235940" y="8832850"/>
                  <a:pt x="13064490" y="8829040"/>
                  <a:pt x="12903200" y="8823960"/>
                </a:cubicBezTo>
                <a:cubicBezTo>
                  <a:pt x="12741910" y="8818880"/>
                  <a:pt x="12586970" y="8802370"/>
                  <a:pt x="12435840" y="8784590"/>
                </a:cubicBezTo>
                <a:cubicBezTo>
                  <a:pt x="12284710" y="8766810"/>
                  <a:pt x="12139930" y="8745220"/>
                  <a:pt x="11998960" y="8716010"/>
                </a:cubicBezTo>
                <a:cubicBezTo>
                  <a:pt x="11856720" y="8685530"/>
                  <a:pt x="11718290" y="8651240"/>
                  <a:pt x="11587480" y="8606790"/>
                </a:cubicBezTo>
                <a:cubicBezTo>
                  <a:pt x="11457940" y="8561070"/>
                  <a:pt x="11332210" y="8506460"/>
                  <a:pt x="11217910" y="8445500"/>
                </a:cubicBezTo>
                <a:cubicBezTo>
                  <a:pt x="11103610" y="8383270"/>
                  <a:pt x="10999470" y="8310880"/>
                  <a:pt x="10902950" y="8235950"/>
                </a:cubicBezTo>
                <a:cubicBezTo>
                  <a:pt x="10805160" y="8162290"/>
                  <a:pt x="10718800" y="8081010"/>
                  <a:pt x="10636250" y="7998460"/>
                </a:cubicBezTo>
                <a:cubicBezTo>
                  <a:pt x="10552430" y="7915910"/>
                  <a:pt x="10472420" y="7829550"/>
                  <a:pt x="10403840" y="7738110"/>
                </a:cubicBezTo>
                <a:cubicBezTo>
                  <a:pt x="10335260" y="7646670"/>
                  <a:pt x="10265410" y="7550150"/>
                  <a:pt x="10223500" y="7449820"/>
                </a:cubicBezTo>
                <a:cubicBezTo>
                  <a:pt x="10180320" y="7348220"/>
                  <a:pt x="10147300" y="7237730"/>
                  <a:pt x="10149840" y="7132320"/>
                </a:cubicBezTo>
                <a:cubicBezTo>
                  <a:pt x="10153650" y="7026910"/>
                  <a:pt x="10184130" y="6915150"/>
                  <a:pt x="10241280" y="6817360"/>
                </a:cubicBezTo>
                <a:cubicBezTo>
                  <a:pt x="10297160" y="6720840"/>
                  <a:pt x="10392410" y="6629400"/>
                  <a:pt x="10491470" y="6551930"/>
                </a:cubicBezTo>
                <a:cubicBezTo>
                  <a:pt x="10589260" y="6475730"/>
                  <a:pt x="10716260" y="6414770"/>
                  <a:pt x="10828020" y="6358890"/>
                </a:cubicBezTo>
                <a:cubicBezTo>
                  <a:pt x="10941050" y="6303010"/>
                  <a:pt x="11060430" y="6263640"/>
                  <a:pt x="11167110" y="6219190"/>
                </a:cubicBezTo>
                <a:cubicBezTo>
                  <a:pt x="11273790" y="6173470"/>
                  <a:pt x="11370310" y="6134100"/>
                  <a:pt x="11468100" y="6089650"/>
                </a:cubicBezTo>
                <a:cubicBezTo>
                  <a:pt x="11567160" y="6045200"/>
                  <a:pt x="11656060" y="5996940"/>
                  <a:pt x="11757660" y="5952490"/>
                </a:cubicBezTo>
                <a:cubicBezTo>
                  <a:pt x="11857990" y="5908040"/>
                  <a:pt x="11960860" y="5859780"/>
                  <a:pt x="12075160" y="5824220"/>
                </a:cubicBezTo>
                <a:cubicBezTo>
                  <a:pt x="12188190" y="5788660"/>
                  <a:pt x="12310110" y="5758180"/>
                  <a:pt x="12435840" y="5739130"/>
                </a:cubicBezTo>
                <a:cubicBezTo>
                  <a:pt x="12561570" y="5721350"/>
                  <a:pt x="12694920" y="5713730"/>
                  <a:pt x="12828270" y="5713730"/>
                </a:cubicBezTo>
                <a:cubicBezTo>
                  <a:pt x="12961620" y="5713730"/>
                  <a:pt x="13097510" y="5723890"/>
                  <a:pt x="13235940" y="5740400"/>
                </a:cubicBezTo>
                <a:cubicBezTo>
                  <a:pt x="13374370" y="5758180"/>
                  <a:pt x="13517880" y="5779770"/>
                  <a:pt x="13658850" y="5815330"/>
                </a:cubicBezTo>
                <a:cubicBezTo>
                  <a:pt x="13798550" y="5849620"/>
                  <a:pt x="13945870" y="5891530"/>
                  <a:pt x="14079220" y="5949950"/>
                </a:cubicBezTo>
                <a:cubicBezTo>
                  <a:pt x="14211300" y="6007100"/>
                  <a:pt x="14344650" y="6078220"/>
                  <a:pt x="14452600" y="6162040"/>
                </a:cubicBezTo>
                <a:cubicBezTo>
                  <a:pt x="14559280" y="6245860"/>
                  <a:pt x="14651990" y="6347460"/>
                  <a:pt x="14720570" y="6451600"/>
                </a:cubicBezTo>
                <a:cubicBezTo>
                  <a:pt x="14787880" y="6554470"/>
                  <a:pt x="14828520" y="6671310"/>
                  <a:pt x="14857730" y="6785610"/>
                </a:cubicBezTo>
                <a:cubicBezTo>
                  <a:pt x="14886940" y="6898640"/>
                  <a:pt x="14892020" y="7016750"/>
                  <a:pt x="14893290" y="7132320"/>
                </a:cubicBezTo>
                <a:close/>
                <a:moveTo>
                  <a:pt x="15193010" y="7132320"/>
                </a:moveTo>
                <a:cubicBezTo>
                  <a:pt x="15200630" y="7263130"/>
                  <a:pt x="15203170" y="7393940"/>
                  <a:pt x="15191740" y="7527290"/>
                </a:cubicBezTo>
                <a:cubicBezTo>
                  <a:pt x="15180310" y="7660640"/>
                  <a:pt x="15166340" y="7800340"/>
                  <a:pt x="15121890" y="7933690"/>
                </a:cubicBezTo>
                <a:cubicBezTo>
                  <a:pt x="15077440" y="8067040"/>
                  <a:pt x="15017750" y="8208010"/>
                  <a:pt x="14923770" y="8328660"/>
                </a:cubicBezTo>
                <a:cubicBezTo>
                  <a:pt x="14828520" y="8450580"/>
                  <a:pt x="14701520" y="8568690"/>
                  <a:pt x="14556740" y="8660130"/>
                </a:cubicBezTo>
                <a:cubicBezTo>
                  <a:pt x="14411960" y="8750300"/>
                  <a:pt x="14231620" y="8823960"/>
                  <a:pt x="14053820" y="8876030"/>
                </a:cubicBezTo>
                <a:cubicBezTo>
                  <a:pt x="13877290" y="8928100"/>
                  <a:pt x="13679170" y="8954770"/>
                  <a:pt x="13495020" y="8973820"/>
                </a:cubicBezTo>
                <a:cubicBezTo>
                  <a:pt x="13310870" y="8992870"/>
                  <a:pt x="13125450" y="8991600"/>
                  <a:pt x="12948920" y="8989060"/>
                </a:cubicBezTo>
                <a:cubicBezTo>
                  <a:pt x="12772390" y="8986520"/>
                  <a:pt x="12602210" y="8976360"/>
                  <a:pt x="12435840" y="8961120"/>
                </a:cubicBezTo>
                <a:cubicBezTo>
                  <a:pt x="12269470" y="8944610"/>
                  <a:pt x="12106910" y="8925560"/>
                  <a:pt x="11948160" y="8895080"/>
                </a:cubicBezTo>
                <a:cubicBezTo>
                  <a:pt x="11790680" y="8864600"/>
                  <a:pt x="11635740" y="8826500"/>
                  <a:pt x="11489690" y="8775700"/>
                </a:cubicBezTo>
                <a:cubicBezTo>
                  <a:pt x="11344910" y="8726170"/>
                  <a:pt x="11206480" y="8662670"/>
                  <a:pt x="11078210" y="8595360"/>
                </a:cubicBezTo>
                <a:cubicBezTo>
                  <a:pt x="10951210" y="8526780"/>
                  <a:pt x="10834370" y="8446770"/>
                  <a:pt x="10723880" y="8365490"/>
                </a:cubicBezTo>
                <a:cubicBezTo>
                  <a:pt x="10612120" y="8284210"/>
                  <a:pt x="10509250" y="8197850"/>
                  <a:pt x="10411460" y="8106410"/>
                </a:cubicBezTo>
                <a:cubicBezTo>
                  <a:pt x="10313670" y="8014970"/>
                  <a:pt x="10215880" y="7920990"/>
                  <a:pt x="10137140" y="7818120"/>
                </a:cubicBezTo>
                <a:cubicBezTo>
                  <a:pt x="10058400" y="7715250"/>
                  <a:pt x="9979660" y="7604760"/>
                  <a:pt x="9937750" y="7490460"/>
                </a:cubicBezTo>
                <a:cubicBezTo>
                  <a:pt x="9895840" y="7376160"/>
                  <a:pt x="9871710" y="7249160"/>
                  <a:pt x="9886950" y="7132320"/>
                </a:cubicBezTo>
                <a:cubicBezTo>
                  <a:pt x="9900920" y="7015480"/>
                  <a:pt x="9954260" y="6892290"/>
                  <a:pt x="10027920" y="6786880"/>
                </a:cubicBezTo>
                <a:cubicBezTo>
                  <a:pt x="10101580" y="6682740"/>
                  <a:pt x="10218420" y="6586220"/>
                  <a:pt x="10330180" y="6504940"/>
                </a:cubicBezTo>
                <a:cubicBezTo>
                  <a:pt x="10441940" y="6422390"/>
                  <a:pt x="10577830" y="6357620"/>
                  <a:pt x="10695940" y="6295390"/>
                </a:cubicBezTo>
                <a:cubicBezTo>
                  <a:pt x="10815320" y="6233160"/>
                  <a:pt x="10932160" y="6183630"/>
                  <a:pt x="11041380" y="6129020"/>
                </a:cubicBezTo>
                <a:cubicBezTo>
                  <a:pt x="11150600" y="6073140"/>
                  <a:pt x="11247120" y="6018530"/>
                  <a:pt x="11349990" y="5962650"/>
                </a:cubicBezTo>
                <a:cubicBezTo>
                  <a:pt x="11454130" y="5905500"/>
                  <a:pt x="11551920" y="5843270"/>
                  <a:pt x="11663680" y="5789930"/>
                </a:cubicBezTo>
                <a:cubicBezTo>
                  <a:pt x="11775440" y="5736590"/>
                  <a:pt x="11894820" y="5680710"/>
                  <a:pt x="12024360" y="5641340"/>
                </a:cubicBezTo>
                <a:cubicBezTo>
                  <a:pt x="12152630" y="5600700"/>
                  <a:pt x="12292330" y="5567680"/>
                  <a:pt x="12435840" y="5547360"/>
                </a:cubicBezTo>
                <a:cubicBezTo>
                  <a:pt x="12579350" y="5527040"/>
                  <a:pt x="12729210" y="5519420"/>
                  <a:pt x="12881610" y="5519420"/>
                </a:cubicBezTo>
                <a:cubicBezTo>
                  <a:pt x="13034010" y="5518150"/>
                  <a:pt x="13190220" y="5525770"/>
                  <a:pt x="13350240" y="5543550"/>
                </a:cubicBezTo>
                <a:cubicBezTo>
                  <a:pt x="13508990" y="5561330"/>
                  <a:pt x="13675360" y="5584190"/>
                  <a:pt x="13835380" y="5623560"/>
                </a:cubicBezTo>
                <a:cubicBezTo>
                  <a:pt x="13995400" y="5664200"/>
                  <a:pt x="14164310" y="5713730"/>
                  <a:pt x="14311630" y="5781040"/>
                </a:cubicBezTo>
                <a:cubicBezTo>
                  <a:pt x="14458950" y="5849620"/>
                  <a:pt x="14603730" y="5935980"/>
                  <a:pt x="14718030" y="6035040"/>
                </a:cubicBezTo>
                <a:cubicBezTo>
                  <a:pt x="14832330" y="6132830"/>
                  <a:pt x="14926310" y="6249670"/>
                  <a:pt x="14996160" y="6369050"/>
                </a:cubicBezTo>
                <a:cubicBezTo>
                  <a:pt x="15067280" y="6487160"/>
                  <a:pt x="15107920" y="6617970"/>
                  <a:pt x="15140940" y="6744970"/>
                </a:cubicBezTo>
                <a:cubicBezTo>
                  <a:pt x="15172690" y="6871970"/>
                  <a:pt x="15184120" y="7001510"/>
                  <a:pt x="15193010" y="7132320"/>
                </a:cubicBezTo>
                <a:close/>
                <a:moveTo>
                  <a:pt x="15502890" y="7132320"/>
                </a:moveTo>
                <a:cubicBezTo>
                  <a:pt x="15520670" y="7277100"/>
                  <a:pt x="15534640" y="7425690"/>
                  <a:pt x="15525750" y="7575550"/>
                </a:cubicBezTo>
                <a:cubicBezTo>
                  <a:pt x="15518130" y="7724140"/>
                  <a:pt x="15504160" y="7882890"/>
                  <a:pt x="15449550" y="8031480"/>
                </a:cubicBezTo>
                <a:cubicBezTo>
                  <a:pt x="15396210" y="8178800"/>
                  <a:pt x="15317470" y="8333740"/>
                  <a:pt x="15203170" y="8463280"/>
                </a:cubicBezTo>
                <a:cubicBezTo>
                  <a:pt x="15088870" y="8592820"/>
                  <a:pt x="14932660" y="8714740"/>
                  <a:pt x="14763750" y="8808720"/>
                </a:cubicBezTo>
                <a:cubicBezTo>
                  <a:pt x="14596110" y="8902700"/>
                  <a:pt x="14390370" y="8972550"/>
                  <a:pt x="14193520" y="9025890"/>
                </a:cubicBezTo>
                <a:cubicBezTo>
                  <a:pt x="13996670" y="9079230"/>
                  <a:pt x="13782040" y="9104630"/>
                  <a:pt x="13582650" y="9126220"/>
                </a:cubicBezTo>
                <a:cubicBezTo>
                  <a:pt x="13383260" y="9147810"/>
                  <a:pt x="13185140" y="9151620"/>
                  <a:pt x="12994640" y="9154160"/>
                </a:cubicBezTo>
                <a:cubicBezTo>
                  <a:pt x="12802870" y="9155430"/>
                  <a:pt x="12618720" y="9151620"/>
                  <a:pt x="12435840" y="9138920"/>
                </a:cubicBezTo>
                <a:cubicBezTo>
                  <a:pt x="12252960" y="9126220"/>
                  <a:pt x="12072620" y="9108440"/>
                  <a:pt x="11898630" y="9075420"/>
                </a:cubicBezTo>
                <a:cubicBezTo>
                  <a:pt x="11725910" y="9042400"/>
                  <a:pt x="11553190" y="8999220"/>
                  <a:pt x="11393170" y="8943340"/>
                </a:cubicBezTo>
                <a:cubicBezTo>
                  <a:pt x="11234420" y="8888730"/>
                  <a:pt x="11083290" y="8817610"/>
                  <a:pt x="10941050" y="8743950"/>
                </a:cubicBezTo>
                <a:cubicBezTo>
                  <a:pt x="10798810" y="8669020"/>
                  <a:pt x="10668000" y="8583930"/>
                  <a:pt x="10541000" y="8496300"/>
                </a:cubicBezTo>
                <a:cubicBezTo>
                  <a:pt x="10414000" y="8408670"/>
                  <a:pt x="10292080" y="8317230"/>
                  <a:pt x="10179050" y="8218170"/>
                </a:cubicBezTo>
                <a:cubicBezTo>
                  <a:pt x="10066020" y="8117840"/>
                  <a:pt x="9951720" y="8013700"/>
                  <a:pt x="9864090" y="7899400"/>
                </a:cubicBezTo>
                <a:cubicBezTo>
                  <a:pt x="9777730" y="7785100"/>
                  <a:pt x="9696450" y="7658100"/>
                  <a:pt x="9659620" y="7529830"/>
                </a:cubicBezTo>
                <a:cubicBezTo>
                  <a:pt x="9622790" y="7401560"/>
                  <a:pt x="9612630" y="7260590"/>
                  <a:pt x="9643110" y="7132320"/>
                </a:cubicBezTo>
                <a:cubicBezTo>
                  <a:pt x="9673590" y="7004050"/>
                  <a:pt x="9751060" y="6871970"/>
                  <a:pt x="9841230" y="6760210"/>
                </a:cubicBezTo>
                <a:cubicBezTo>
                  <a:pt x="9932670" y="6648450"/>
                  <a:pt x="10066020" y="6549390"/>
                  <a:pt x="10186670" y="6461760"/>
                </a:cubicBezTo>
                <a:cubicBezTo>
                  <a:pt x="10307320" y="6374130"/>
                  <a:pt x="10445750" y="6304280"/>
                  <a:pt x="10566400" y="6233160"/>
                </a:cubicBezTo>
                <a:cubicBezTo>
                  <a:pt x="10685780" y="6160770"/>
                  <a:pt x="10798810" y="6099810"/>
                  <a:pt x="10908030" y="6032500"/>
                </a:cubicBezTo>
                <a:cubicBezTo>
                  <a:pt x="11017250" y="5963920"/>
                  <a:pt x="11112500" y="5894070"/>
                  <a:pt x="11222990" y="5825490"/>
                </a:cubicBezTo>
                <a:cubicBezTo>
                  <a:pt x="11332210" y="5755640"/>
                  <a:pt x="11440160" y="5680710"/>
                  <a:pt x="11564620" y="5618480"/>
                </a:cubicBezTo>
                <a:cubicBezTo>
                  <a:pt x="11690350" y="5556250"/>
                  <a:pt x="11826240" y="5496560"/>
                  <a:pt x="11972290" y="5452110"/>
                </a:cubicBezTo>
                <a:cubicBezTo>
                  <a:pt x="12117070" y="5407660"/>
                  <a:pt x="12274550" y="5374640"/>
                  <a:pt x="12435840" y="5351780"/>
                </a:cubicBezTo>
                <a:cubicBezTo>
                  <a:pt x="12597130" y="5328920"/>
                  <a:pt x="12764770" y="5318760"/>
                  <a:pt x="12937490" y="5316220"/>
                </a:cubicBezTo>
                <a:cubicBezTo>
                  <a:pt x="13110210" y="5313680"/>
                  <a:pt x="13288010" y="5318760"/>
                  <a:pt x="13468350" y="5336540"/>
                </a:cubicBezTo>
                <a:cubicBezTo>
                  <a:pt x="13648690" y="5354320"/>
                  <a:pt x="13840460" y="5379720"/>
                  <a:pt x="14019530" y="5425440"/>
                </a:cubicBezTo>
                <a:cubicBezTo>
                  <a:pt x="14199870" y="5471160"/>
                  <a:pt x="14387830" y="5532120"/>
                  <a:pt x="14546580" y="5612130"/>
                </a:cubicBezTo>
                <a:cubicBezTo>
                  <a:pt x="14706600" y="5693410"/>
                  <a:pt x="14859000" y="5796280"/>
                  <a:pt x="14978380" y="5909310"/>
                </a:cubicBezTo>
                <a:cubicBezTo>
                  <a:pt x="15099030" y="6021070"/>
                  <a:pt x="15191740" y="6155690"/>
                  <a:pt x="15266670" y="6287770"/>
                </a:cubicBezTo>
                <a:cubicBezTo>
                  <a:pt x="15340330" y="6421120"/>
                  <a:pt x="15384780" y="6563360"/>
                  <a:pt x="15424150" y="6704330"/>
                </a:cubicBezTo>
                <a:cubicBezTo>
                  <a:pt x="15463520" y="6845300"/>
                  <a:pt x="15486380" y="6987540"/>
                  <a:pt x="15502890" y="7132320"/>
                </a:cubicBezTo>
                <a:close/>
                <a:moveTo>
                  <a:pt x="15829280" y="7132320"/>
                </a:moveTo>
                <a:cubicBezTo>
                  <a:pt x="15855950" y="7292340"/>
                  <a:pt x="15882620" y="7458710"/>
                  <a:pt x="15873730" y="7625080"/>
                </a:cubicBezTo>
                <a:cubicBezTo>
                  <a:pt x="15864840" y="7790180"/>
                  <a:pt x="15844520" y="7967980"/>
                  <a:pt x="15777210" y="8129270"/>
                </a:cubicBezTo>
                <a:cubicBezTo>
                  <a:pt x="15709900" y="8290560"/>
                  <a:pt x="15605760" y="8455660"/>
                  <a:pt x="15468600" y="8591550"/>
                </a:cubicBezTo>
                <a:cubicBezTo>
                  <a:pt x="15331440" y="8727440"/>
                  <a:pt x="15146020" y="8850630"/>
                  <a:pt x="14954250" y="8945880"/>
                </a:cubicBezTo>
                <a:cubicBezTo>
                  <a:pt x="14763750" y="9041130"/>
                  <a:pt x="14536420" y="9109710"/>
                  <a:pt x="14321790" y="9164320"/>
                </a:cubicBezTo>
                <a:cubicBezTo>
                  <a:pt x="14107160" y="9218930"/>
                  <a:pt x="13881100" y="9248140"/>
                  <a:pt x="13667740" y="9273540"/>
                </a:cubicBezTo>
                <a:cubicBezTo>
                  <a:pt x="13454380" y="9298940"/>
                  <a:pt x="13244830" y="9311640"/>
                  <a:pt x="13040360" y="9319260"/>
                </a:cubicBezTo>
                <a:cubicBezTo>
                  <a:pt x="12834620" y="9326880"/>
                  <a:pt x="12633960" y="9329420"/>
                  <a:pt x="12435840" y="9319260"/>
                </a:cubicBezTo>
                <a:cubicBezTo>
                  <a:pt x="12237720" y="9307830"/>
                  <a:pt x="12039600" y="9288780"/>
                  <a:pt x="11849100" y="9254490"/>
                </a:cubicBezTo>
                <a:cubicBezTo>
                  <a:pt x="11659870" y="9218930"/>
                  <a:pt x="11473180" y="9169400"/>
                  <a:pt x="11299190" y="9108440"/>
                </a:cubicBezTo>
                <a:cubicBezTo>
                  <a:pt x="11123930" y="9048750"/>
                  <a:pt x="10960100" y="8972550"/>
                  <a:pt x="10801350" y="8893810"/>
                </a:cubicBezTo>
                <a:cubicBezTo>
                  <a:pt x="10643870" y="8813800"/>
                  <a:pt x="10495280" y="8726170"/>
                  <a:pt x="10351770" y="8633460"/>
                </a:cubicBezTo>
                <a:cubicBezTo>
                  <a:pt x="10208260" y="8539480"/>
                  <a:pt x="10064750" y="8442960"/>
                  <a:pt x="9937750" y="8333740"/>
                </a:cubicBezTo>
                <a:cubicBezTo>
                  <a:pt x="9810750" y="8225790"/>
                  <a:pt x="9679940" y="8108950"/>
                  <a:pt x="9589770" y="7980680"/>
                </a:cubicBezTo>
                <a:cubicBezTo>
                  <a:pt x="9499600" y="7853680"/>
                  <a:pt x="9420860" y="7708900"/>
                  <a:pt x="9394190" y="7567930"/>
                </a:cubicBezTo>
                <a:cubicBezTo>
                  <a:pt x="9366250" y="7426960"/>
                  <a:pt x="9378950" y="7270750"/>
                  <a:pt x="9425940" y="7132320"/>
                </a:cubicBezTo>
                <a:cubicBezTo>
                  <a:pt x="9474200" y="6993890"/>
                  <a:pt x="9575800" y="6855460"/>
                  <a:pt x="9679940" y="6737350"/>
                </a:cubicBezTo>
                <a:cubicBezTo>
                  <a:pt x="9785350" y="6619240"/>
                  <a:pt x="9928860" y="6517640"/>
                  <a:pt x="10054590" y="6422390"/>
                </a:cubicBezTo>
                <a:cubicBezTo>
                  <a:pt x="10180320" y="6327140"/>
                  <a:pt x="10313670" y="6250940"/>
                  <a:pt x="10431780" y="6168390"/>
                </a:cubicBezTo>
                <a:cubicBezTo>
                  <a:pt x="10548620" y="6085840"/>
                  <a:pt x="10654030" y="6009640"/>
                  <a:pt x="10761980" y="5927090"/>
                </a:cubicBezTo>
                <a:cubicBezTo>
                  <a:pt x="10871200" y="5845810"/>
                  <a:pt x="10968990" y="5758180"/>
                  <a:pt x="11085830" y="5678170"/>
                </a:cubicBezTo>
                <a:cubicBezTo>
                  <a:pt x="11202670" y="5596890"/>
                  <a:pt x="11324590" y="5510530"/>
                  <a:pt x="11463020" y="5441950"/>
                </a:cubicBezTo>
                <a:cubicBezTo>
                  <a:pt x="11601450" y="5372100"/>
                  <a:pt x="11756390" y="5308600"/>
                  <a:pt x="11918950" y="5260340"/>
                </a:cubicBezTo>
                <a:cubicBezTo>
                  <a:pt x="12080240" y="5210810"/>
                  <a:pt x="12256770" y="5176520"/>
                  <a:pt x="12435840" y="5149850"/>
                </a:cubicBezTo>
                <a:cubicBezTo>
                  <a:pt x="12614910" y="5124450"/>
                  <a:pt x="12802870" y="5109210"/>
                  <a:pt x="12995910" y="5104130"/>
                </a:cubicBezTo>
                <a:cubicBezTo>
                  <a:pt x="13188950" y="5099050"/>
                  <a:pt x="13392150" y="5099050"/>
                  <a:pt x="13594080" y="5119370"/>
                </a:cubicBezTo>
                <a:cubicBezTo>
                  <a:pt x="13796010" y="5138420"/>
                  <a:pt x="14011910" y="5167630"/>
                  <a:pt x="14208760" y="5220970"/>
                </a:cubicBezTo>
                <a:cubicBezTo>
                  <a:pt x="14406880" y="5275580"/>
                  <a:pt x="14610080" y="5349240"/>
                  <a:pt x="14780260" y="5444490"/>
                </a:cubicBezTo>
                <a:cubicBezTo>
                  <a:pt x="14951710" y="5538470"/>
                  <a:pt x="15106650" y="5659120"/>
                  <a:pt x="15232380" y="5787390"/>
                </a:cubicBezTo>
                <a:cubicBezTo>
                  <a:pt x="15356840" y="5914390"/>
                  <a:pt x="15450820" y="6062980"/>
                  <a:pt x="15530830" y="6209030"/>
                </a:cubicBezTo>
                <a:cubicBezTo>
                  <a:pt x="15612110" y="6355080"/>
                  <a:pt x="15664180" y="6508750"/>
                  <a:pt x="15713710" y="6662420"/>
                </a:cubicBezTo>
                <a:cubicBezTo>
                  <a:pt x="15763240" y="6817360"/>
                  <a:pt x="15802610" y="6972300"/>
                  <a:pt x="15829280" y="7132320"/>
                </a:cubicBezTo>
                <a:close/>
                <a:moveTo>
                  <a:pt x="16172180" y="7132320"/>
                </a:moveTo>
                <a:cubicBezTo>
                  <a:pt x="16207740" y="7308850"/>
                  <a:pt x="16242030" y="7494270"/>
                  <a:pt x="16230600" y="7675880"/>
                </a:cubicBezTo>
                <a:cubicBezTo>
                  <a:pt x="16217900" y="7857490"/>
                  <a:pt x="16182340" y="8051800"/>
                  <a:pt x="16097250" y="8224520"/>
                </a:cubicBezTo>
                <a:cubicBezTo>
                  <a:pt x="16012160" y="8397240"/>
                  <a:pt x="15877540" y="8569960"/>
                  <a:pt x="15716250" y="8710930"/>
                </a:cubicBezTo>
                <a:cubicBezTo>
                  <a:pt x="15554960" y="8851900"/>
                  <a:pt x="15340330" y="8973820"/>
                  <a:pt x="15128240" y="9070340"/>
                </a:cubicBezTo>
                <a:cubicBezTo>
                  <a:pt x="14916150" y="9168130"/>
                  <a:pt x="14671040" y="9236710"/>
                  <a:pt x="14442440" y="9293860"/>
                </a:cubicBezTo>
                <a:cubicBezTo>
                  <a:pt x="14212570" y="9352280"/>
                  <a:pt x="13977620" y="9387840"/>
                  <a:pt x="13751560" y="9419590"/>
                </a:cubicBezTo>
                <a:cubicBezTo>
                  <a:pt x="13525500" y="9452610"/>
                  <a:pt x="13305790" y="9475470"/>
                  <a:pt x="13087350" y="9488170"/>
                </a:cubicBezTo>
                <a:cubicBezTo>
                  <a:pt x="12867640" y="9502140"/>
                  <a:pt x="12650470" y="9509760"/>
                  <a:pt x="12435840" y="9499600"/>
                </a:cubicBezTo>
                <a:cubicBezTo>
                  <a:pt x="12221210" y="9490710"/>
                  <a:pt x="12006580" y="9469120"/>
                  <a:pt x="11800840" y="9431020"/>
                </a:cubicBezTo>
                <a:cubicBezTo>
                  <a:pt x="11595100" y="9392920"/>
                  <a:pt x="11394440" y="9337040"/>
                  <a:pt x="11205210" y="9272270"/>
                </a:cubicBezTo>
                <a:cubicBezTo>
                  <a:pt x="11014710" y="9208770"/>
                  <a:pt x="10835640" y="9128760"/>
                  <a:pt x="10660380" y="9046210"/>
                </a:cubicBezTo>
                <a:cubicBezTo>
                  <a:pt x="10485120" y="8962390"/>
                  <a:pt x="10316210" y="8873490"/>
                  <a:pt x="10154920" y="8774430"/>
                </a:cubicBezTo>
                <a:cubicBezTo>
                  <a:pt x="9992360" y="8676640"/>
                  <a:pt x="9827260" y="8572500"/>
                  <a:pt x="9688830" y="8454390"/>
                </a:cubicBezTo>
                <a:cubicBezTo>
                  <a:pt x="9549130" y="8335010"/>
                  <a:pt x="9409430" y="8202930"/>
                  <a:pt x="9319260" y="8061960"/>
                </a:cubicBezTo>
                <a:cubicBezTo>
                  <a:pt x="9230360" y="7919720"/>
                  <a:pt x="9163050" y="7757160"/>
                  <a:pt x="9150350" y="7603490"/>
                </a:cubicBezTo>
                <a:cubicBezTo>
                  <a:pt x="9136380" y="7448550"/>
                  <a:pt x="9174480" y="7279640"/>
                  <a:pt x="9239250" y="7132320"/>
                </a:cubicBezTo>
                <a:cubicBezTo>
                  <a:pt x="9304020" y="6985000"/>
                  <a:pt x="9425940" y="6842760"/>
                  <a:pt x="9540240" y="6718300"/>
                </a:cubicBezTo>
                <a:cubicBezTo>
                  <a:pt x="9654540" y="6592570"/>
                  <a:pt x="9801860" y="6487160"/>
                  <a:pt x="9926320" y="6384290"/>
                </a:cubicBezTo>
                <a:cubicBezTo>
                  <a:pt x="10049510" y="6280150"/>
                  <a:pt x="10172700" y="6192520"/>
                  <a:pt x="10285730" y="6097270"/>
                </a:cubicBezTo>
                <a:cubicBezTo>
                  <a:pt x="10398760" y="6002020"/>
                  <a:pt x="10494010" y="5909310"/>
                  <a:pt x="10603230" y="5812790"/>
                </a:cubicBezTo>
                <a:cubicBezTo>
                  <a:pt x="10712450" y="5716270"/>
                  <a:pt x="10815320" y="5613400"/>
                  <a:pt x="10941050" y="5520690"/>
                </a:cubicBezTo>
                <a:cubicBezTo>
                  <a:pt x="11066780" y="5429250"/>
                  <a:pt x="11203940" y="5335270"/>
                  <a:pt x="11357610" y="5259070"/>
                </a:cubicBezTo>
                <a:cubicBezTo>
                  <a:pt x="11512550" y="5182870"/>
                  <a:pt x="11685270" y="5116830"/>
                  <a:pt x="11864340" y="5063490"/>
                </a:cubicBezTo>
                <a:cubicBezTo>
                  <a:pt x="12043410" y="5010150"/>
                  <a:pt x="12236450" y="4970780"/>
                  <a:pt x="12435840" y="4940300"/>
                </a:cubicBezTo>
                <a:cubicBezTo>
                  <a:pt x="12635230" y="4909820"/>
                  <a:pt x="12843510" y="4888230"/>
                  <a:pt x="13058140" y="4880610"/>
                </a:cubicBezTo>
                <a:cubicBezTo>
                  <a:pt x="13272770" y="4871720"/>
                  <a:pt x="13501370" y="4869180"/>
                  <a:pt x="13724890" y="4892040"/>
                </a:cubicBezTo>
                <a:cubicBezTo>
                  <a:pt x="13948410" y="4914900"/>
                  <a:pt x="14187170" y="4950460"/>
                  <a:pt x="14400530" y="5015230"/>
                </a:cubicBezTo>
                <a:cubicBezTo>
                  <a:pt x="14615160" y="5080000"/>
                  <a:pt x="14829790" y="5170170"/>
                  <a:pt x="15008860" y="5279390"/>
                </a:cubicBezTo>
                <a:cubicBezTo>
                  <a:pt x="15189200" y="5388610"/>
                  <a:pt x="15346680" y="5527040"/>
                  <a:pt x="15477490" y="5669280"/>
                </a:cubicBezTo>
                <a:cubicBezTo>
                  <a:pt x="15608300" y="5811520"/>
                  <a:pt x="15706090" y="5971540"/>
                  <a:pt x="15794990" y="6130290"/>
                </a:cubicBezTo>
                <a:cubicBezTo>
                  <a:pt x="15885160" y="6289040"/>
                  <a:pt x="15951200" y="6452870"/>
                  <a:pt x="16014700" y="6619240"/>
                </a:cubicBezTo>
                <a:cubicBezTo>
                  <a:pt x="16076930" y="6786880"/>
                  <a:pt x="16135350" y="6955790"/>
                  <a:pt x="16172180" y="7132320"/>
                </a:cubicBezTo>
                <a:close/>
              </a:path>
            </a:pathLst>
          </a:custGeom>
          <a:noFill/>
          <a:ln w="9525">
            <a:solidFill>
              <a:schemeClr val="tx1">
                <a:alpha val="5000"/>
              </a:schemeClr>
            </a:solidFill>
            <a:prstDash val="solid"/>
            <a:round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Decoration"/>
          <p:cNvSpPr/>
          <p:nvPr/>
        </p:nvSpPr>
        <p:spPr>
          <a:xfrm>
            <a:off x="942340" y="1563624"/>
            <a:ext cx="558800" cy="381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53440" y="685800"/>
            <a:ext cx="3901440" cy="1508760"/>
          </a:xfrm>
        </p:spPr>
        <p:txBody>
          <a:bodyPr wrap="square" lIns="91440" tIns="45720" rIns="91440" bIns="45720" anchor="b" rtlCol="0">
            <a:normAutofit/>
          </a:bodyPr>
          <a:lstStyle>
            <a:lvl1pPr marL="0" indent="0" algn="l">
              <a:buNone/>
              <a:defRPr sz="3000" b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idx="1"/>
          </p:nvPr>
        </p:nvSpPr>
        <p:spPr>
          <a:xfrm>
            <a:off x="5242560" y="685800"/>
            <a:ext cx="6096000" cy="5486400"/>
          </a:xfrm>
        </p:spPr>
        <p:txBody>
          <a:bodyPr wrap="square" lIns="91440" tIns="45720" rIns="91440" bIns="45720" anchor="t" rtlCol="0">
            <a:normAutofit/>
          </a:bodyPr>
          <a:lstStyle>
            <a:lvl1pPr marL="0" indent="0" algn="l">
              <a:buNone/>
              <a:defRPr sz="2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picture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2"/>
          </p:nvPr>
        </p:nvSpPr>
        <p:spPr>
          <a:xfrm>
            <a:off x="853440" y="2400300"/>
            <a:ext cx="3901440" cy="3771900"/>
          </a:xfrm>
        </p:spPr>
        <p:txBody>
          <a:bodyPr wrap="square" lIns="91440" tIns="45720" rIns="91440" bIns="45720" anchor="t" rtlCol="0">
            <a:normAutofit/>
          </a:bodyPr>
          <a:lstStyle>
            <a:lvl1pPr marL="0" indent="0" algn="l">
              <a:buNone/>
              <a:defRPr sz="17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853440" y="6426200"/>
            <a:ext cx="2682240" cy="279400"/>
          </a:xfrm>
        </p:spPr>
        <p:txBody>
          <a:bodyPr lIns="0" tIns="0" rIns="0" bIns="0" anchor="t"/>
          <a:lstStyle>
            <a:lvl1pPr algn="l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l"/>
            <a:fld id="{00E6C25B-8DA9-85EB-FAF0-3B2CD07EBE3F}" type="datetime1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10/14/2026</a:t>
            </a:fld>
            <a:endParaRPr lang="en-US" sz="1050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3657600" y="6426200"/>
            <a:ext cx="4876800" cy="279400"/>
          </a:xfrm>
        </p:spPr>
        <p:txBody>
          <a:bodyPr lIns="0" tIns="0" rIns="0" bIns="0" anchor="t"/>
          <a:lstStyle>
            <a:lvl1pPr algn="ct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ctr"/>
            <a:endParaRPr lang="en-US" sz="1050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8656320" y="6426200"/>
            <a:ext cx="2682240" cy="279400"/>
          </a:xfrm>
        </p:spPr>
        <p:txBody>
          <a:bodyPr lIns="0" tIns="0" rIns="0" bIns="0" anchor="t"/>
          <a:lstStyle>
            <a:lvl1pPr algn="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r"/>
            <a:fld id="{65FD4724-6262-F5D8-A0E3-83368FF08FAF}" type="slidenum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05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Big Statement">
    <p:bg>
      <p:bgPr>
        <a:gradFill flip="none" rotWithShape="1">
          <a:gsLst>
            <a:gs pos="0">
              <a:schemeClr val="bg2"/>
            </a:gs>
            <a:gs pos="70000">
              <a:schemeClr val="bg1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"/>
          <p:cNvSpPr/>
          <p:nvPr/>
        </p:nvSpPr>
        <p:spPr>
          <a:xfrm>
            <a:off x="5120640" y="-1371600"/>
            <a:ext cx="9753600" cy="9753600"/>
          </a:xfrm>
          <a:prstGeom prst="ellipse">
            <a:avLst/>
          </a:prstGeom>
          <a:gradFill flip="none" rotWithShape="1">
            <a:gsLst>
              <a:gs pos="0">
                <a:schemeClr val="accent2">
                  <a:alpha val="26000"/>
                </a:schemeClr>
              </a:gs>
              <a:gs pos="37400">
                <a:schemeClr val="accent2">
                  <a:alpha val="11700"/>
                </a:schemeClr>
              </a:gs>
              <a:gs pos="68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Decoration"/>
          <p:cNvSpPr/>
          <p:nvPr/>
        </p:nvSpPr>
        <p:spPr>
          <a:xfrm>
            <a:off x="-2438400" y="2057400"/>
            <a:ext cx="7315200" cy="731520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0000"/>
                </a:schemeClr>
              </a:gs>
              <a:gs pos="37400">
                <a:schemeClr val="accent1">
                  <a:alpha val="9000"/>
                </a:schemeClr>
              </a:gs>
              <a:gs pos="68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Decoration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802130" y="5349240"/>
                </a:moveTo>
                <a:cubicBezTo>
                  <a:pt x="1791970" y="5365750"/>
                  <a:pt x="1779270" y="5379720"/>
                  <a:pt x="1767840" y="5392420"/>
                </a:cubicBezTo>
                <a:cubicBezTo>
                  <a:pt x="1756410" y="5406390"/>
                  <a:pt x="1746250" y="5417820"/>
                  <a:pt x="1736090" y="5430520"/>
                </a:cubicBezTo>
                <a:cubicBezTo>
                  <a:pt x="1725930" y="5443220"/>
                  <a:pt x="1717040" y="5454650"/>
                  <a:pt x="1708150" y="5467350"/>
                </a:cubicBezTo>
                <a:cubicBezTo>
                  <a:pt x="1697990" y="5478780"/>
                  <a:pt x="1689100" y="5491480"/>
                  <a:pt x="1677670" y="5504180"/>
                </a:cubicBezTo>
                <a:cubicBezTo>
                  <a:pt x="1666240" y="5515610"/>
                  <a:pt x="1654810" y="5528310"/>
                  <a:pt x="1639570" y="5539740"/>
                </a:cubicBezTo>
                <a:cubicBezTo>
                  <a:pt x="1624330" y="5549900"/>
                  <a:pt x="1607820" y="5560060"/>
                  <a:pt x="1588770" y="5568950"/>
                </a:cubicBezTo>
                <a:cubicBezTo>
                  <a:pt x="1570990" y="5576570"/>
                  <a:pt x="1550670" y="5584190"/>
                  <a:pt x="1529080" y="5589270"/>
                </a:cubicBezTo>
                <a:cubicBezTo>
                  <a:pt x="1508760" y="5594350"/>
                  <a:pt x="1485900" y="5598160"/>
                  <a:pt x="1463040" y="5599430"/>
                </a:cubicBezTo>
                <a:cubicBezTo>
                  <a:pt x="1440180" y="5601970"/>
                  <a:pt x="1416050" y="5601970"/>
                  <a:pt x="1393190" y="5599430"/>
                </a:cubicBezTo>
                <a:cubicBezTo>
                  <a:pt x="1370330" y="5598160"/>
                  <a:pt x="1347470" y="5594350"/>
                  <a:pt x="1325880" y="5588000"/>
                </a:cubicBezTo>
                <a:cubicBezTo>
                  <a:pt x="1304290" y="5581650"/>
                  <a:pt x="1283970" y="5572760"/>
                  <a:pt x="1266190" y="5562600"/>
                </a:cubicBezTo>
                <a:cubicBezTo>
                  <a:pt x="1247140" y="5552440"/>
                  <a:pt x="1231900" y="5539740"/>
                  <a:pt x="1216660" y="5527040"/>
                </a:cubicBezTo>
                <a:cubicBezTo>
                  <a:pt x="1202690" y="5514340"/>
                  <a:pt x="1191260" y="5499100"/>
                  <a:pt x="1179830" y="5485130"/>
                </a:cubicBezTo>
                <a:cubicBezTo>
                  <a:pt x="1167130" y="5472430"/>
                  <a:pt x="1158240" y="5457190"/>
                  <a:pt x="1148080" y="5443220"/>
                </a:cubicBezTo>
                <a:cubicBezTo>
                  <a:pt x="1137920" y="5429250"/>
                  <a:pt x="1127760" y="5414010"/>
                  <a:pt x="1118870" y="5398770"/>
                </a:cubicBezTo>
                <a:cubicBezTo>
                  <a:pt x="1109980" y="5382260"/>
                  <a:pt x="1101090" y="5367020"/>
                  <a:pt x="1096010" y="5349240"/>
                </a:cubicBezTo>
                <a:cubicBezTo>
                  <a:pt x="1090930" y="5331460"/>
                  <a:pt x="1087120" y="5313680"/>
                  <a:pt x="1088390" y="5295900"/>
                </a:cubicBezTo>
                <a:cubicBezTo>
                  <a:pt x="1089660" y="5278120"/>
                  <a:pt x="1094740" y="5259070"/>
                  <a:pt x="1102360" y="5241290"/>
                </a:cubicBezTo>
                <a:cubicBezTo>
                  <a:pt x="1111250" y="5224780"/>
                  <a:pt x="1123950" y="5208270"/>
                  <a:pt x="1137920" y="5193030"/>
                </a:cubicBezTo>
                <a:cubicBezTo>
                  <a:pt x="1153160" y="5177790"/>
                  <a:pt x="1170940" y="5165090"/>
                  <a:pt x="1188720" y="5152390"/>
                </a:cubicBezTo>
                <a:cubicBezTo>
                  <a:pt x="1207770" y="5139690"/>
                  <a:pt x="1228090" y="5128260"/>
                  <a:pt x="1248410" y="5118100"/>
                </a:cubicBezTo>
                <a:cubicBezTo>
                  <a:pt x="1268730" y="5106670"/>
                  <a:pt x="1290320" y="5097780"/>
                  <a:pt x="1313180" y="5088890"/>
                </a:cubicBezTo>
                <a:cubicBezTo>
                  <a:pt x="1336040" y="5080000"/>
                  <a:pt x="1360170" y="5072380"/>
                  <a:pt x="1385570" y="5067300"/>
                </a:cubicBezTo>
                <a:cubicBezTo>
                  <a:pt x="1409700" y="5060950"/>
                  <a:pt x="1436370" y="5057140"/>
                  <a:pt x="1463040" y="5054600"/>
                </a:cubicBezTo>
                <a:cubicBezTo>
                  <a:pt x="1489710" y="5053330"/>
                  <a:pt x="1517650" y="5053330"/>
                  <a:pt x="1544320" y="5055870"/>
                </a:cubicBezTo>
                <a:cubicBezTo>
                  <a:pt x="1570990" y="5058410"/>
                  <a:pt x="1597660" y="5063490"/>
                  <a:pt x="1623060" y="5069840"/>
                </a:cubicBezTo>
                <a:cubicBezTo>
                  <a:pt x="1649730" y="5076190"/>
                  <a:pt x="1675130" y="5085080"/>
                  <a:pt x="1697990" y="5096510"/>
                </a:cubicBezTo>
                <a:cubicBezTo>
                  <a:pt x="1720850" y="5106670"/>
                  <a:pt x="1743710" y="5119370"/>
                  <a:pt x="1762760" y="5133340"/>
                </a:cubicBezTo>
                <a:cubicBezTo>
                  <a:pt x="1781810" y="5148580"/>
                  <a:pt x="1798320" y="5165090"/>
                  <a:pt x="1809750" y="5181600"/>
                </a:cubicBezTo>
                <a:cubicBezTo>
                  <a:pt x="1822450" y="5199380"/>
                  <a:pt x="1830070" y="5219700"/>
                  <a:pt x="1832610" y="5238750"/>
                </a:cubicBezTo>
                <a:cubicBezTo>
                  <a:pt x="1836420" y="5257800"/>
                  <a:pt x="1833880" y="5278120"/>
                  <a:pt x="1828800" y="5297170"/>
                </a:cubicBezTo>
                <a:cubicBezTo>
                  <a:pt x="1823720" y="5314950"/>
                  <a:pt x="1812290" y="5332730"/>
                  <a:pt x="1802130" y="5349240"/>
                </a:cubicBezTo>
                <a:close/>
                <a:moveTo>
                  <a:pt x="2051050" y="5349240"/>
                </a:moveTo>
                <a:cubicBezTo>
                  <a:pt x="2034540" y="5377180"/>
                  <a:pt x="2014220" y="5401310"/>
                  <a:pt x="1997710" y="5425440"/>
                </a:cubicBezTo>
                <a:cubicBezTo>
                  <a:pt x="1979930" y="5449570"/>
                  <a:pt x="1965960" y="5471160"/>
                  <a:pt x="1950720" y="5494020"/>
                </a:cubicBezTo>
                <a:cubicBezTo>
                  <a:pt x="1935480" y="5518150"/>
                  <a:pt x="1924050" y="5541010"/>
                  <a:pt x="1908810" y="5563870"/>
                </a:cubicBezTo>
                <a:cubicBezTo>
                  <a:pt x="1892300" y="5586730"/>
                  <a:pt x="1877060" y="5610860"/>
                  <a:pt x="1856740" y="5632450"/>
                </a:cubicBezTo>
                <a:cubicBezTo>
                  <a:pt x="1836420" y="5655310"/>
                  <a:pt x="1813560" y="5678170"/>
                  <a:pt x="1785620" y="5697220"/>
                </a:cubicBezTo>
                <a:cubicBezTo>
                  <a:pt x="1758950" y="5716270"/>
                  <a:pt x="1727200" y="5734050"/>
                  <a:pt x="1692910" y="5749290"/>
                </a:cubicBezTo>
                <a:cubicBezTo>
                  <a:pt x="1659890" y="5764530"/>
                  <a:pt x="1621790" y="5775960"/>
                  <a:pt x="1583690" y="5786120"/>
                </a:cubicBezTo>
                <a:cubicBezTo>
                  <a:pt x="1545590" y="5795010"/>
                  <a:pt x="1503680" y="5801360"/>
                  <a:pt x="1463040" y="5803900"/>
                </a:cubicBezTo>
                <a:cubicBezTo>
                  <a:pt x="1422400" y="5807710"/>
                  <a:pt x="1379220" y="5807710"/>
                  <a:pt x="1337310" y="5802630"/>
                </a:cubicBezTo>
                <a:cubicBezTo>
                  <a:pt x="1296670" y="5798820"/>
                  <a:pt x="1254760" y="5789930"/>
                  <a:pt x="1216660" y="5777230"/>
                </a:cubicBezTo>
                <a:cubicBezTo>
                  <a:pt x="1178560" y="5765800"/>
                  <a:pt x="1141730" y="5748020"/>
                  <a:pt x="1109980" y="5728970"/>
                </a:cubicBezTo>
                <a:cubicBezTo>
                  <a:pt x="1078230" y="5711190"/>
                  <a:pt x="1050290" y="5688330"/>
                  <a:pt x="1023620" y="5665470"/>
                </a:cubicBezTo>
                <a:cubicBezTo>
                  <a:pt x="998220" y="5642610"/>
                  <a:pt x="976630" y="5618480"/>
                  <a:pt x="953770" y="5594350"/>
                </a:cubicBezTo>
                <a:cubicBezTo>
                  <a:pt x="932180" y="5570220"/>
                  <a:pt x="910590" y="5546090"/>
                  <a:pt x="890270" y="5519420"/>
                </a:cubicBezTo>
                <a:cubicBezTo>
                  <a:pt x="871220" y="5494020"/>
                  <a:pt x="849630" y="5467350"/>
                  <a:pt x="833120" y="5439410"/>
                </a:cubicBezTo>
                <a:cubicBezTo>
                  <a:pt x="816610" y="5411470"/>
                  <a:pt x="800100" y="5380990"/>
                  <a:pt x="791210" y="5349240"/>
                </a:cubicBezTo>
                <a:cubicBezTo>
                  <a:pt x="782320" y="5317490"/>
                  <a:pt x="777240" y="5284470"/>
                  <a:pt x="781050" y="5251450"/>
                </a:cubicBezTo>
                <a:cubicBezTo>
                  <a:pt x="784860" y="5219700"/>
                  <a:pt x="796290" y="5185410"/>
                  <a:pt x="812800" y="5154930"/>
                </a:cubicBezTo>
                <a:cubicBezTo>
                  <a:pt x="829310" y="5124450"/>
                  <a:pt x="854710" y="5095240"/>
                  <a:pt x="880110" y="5068570"/>
                </a:cubicBezTo>
                <a:cubicBezTo>
                  <a:pt x="906780" y="5041900"/>
                  <a:pt x="938530" y="5017770"/>
                  <a:pt x="971550" y="4994910"/>
                </a:cubicBezTo>
                <a:cubicBezTo>
                  <a:pt x="1003300" y="4972050"/>
                  <a:pt x="1038860" y="4950460"/>
                  <a:pt x="1075690" y="4931410"/>
                </a:cubicBezTo>
                <a:cubicBezTo>
                  <a:pt x="1111250" y="4911090"/>
                  <a:pt x="1150620" y="4892040"/>
                  <a:pt x="1191260" y="4876800"/>
                </a:cubicBezTo>
                <a:cubicBezTo>
                  <a:pt x="1231900" y="4860290"/>
                  <a:pt x="1276350" y="4846320"/>
                  <a:pt x="1320800" y="4836160"/>
                </a:cubicBezTo>
                <a:cubicBezTo>
                  <a:pt x="1366520" y="4826000"/>
                  <a:pt x="1414780" y="4818380"/>
                  <a:pt x="1463040" y="4815840"/>
                </a:cubicBezTo>
                <a:cubicBezTo>
                  <a:pt x="1511300" y="4812030"/>
                  <a:pt x="1560830" y="4813300"/>
                  <a:pt x="1609090" y="4818380"/>
                </a:cubicBezTo>
                <a:cubicBezTo>
                  <a:pt x="1657350" y="4823460"/>
                  <a:pt x="1706880" y="4832350"/>
                  <a:pt x="1752600" y="4845050"/>
                </a:cubicBezTo>
                <a:cubicBezTo>
                  <a:pt x="1799590" y="4857750"/>
                  <a:pt x="1845310" y="4872990"/>
                  <a:pt x="1887220" y="4893310"/>
                </a:cubicBezTo>
                <a:cubicBezTo>
                  <a:pt x="1927860" y="4912360"/>
                  <a:pt x="1968500" y="4935220"/>
                  <a:pt x="2000250" y="4961890"/>
                </a:cubicBezTo>
                <a:cubicBezTo>
                  <a:pt x="2032000" y="4988560"/>
                  <a:pt x="2061210" y="5020310"/>
                  <a:pt x="2080260" y="5052060"/>
                </a:cubicBezTo>
                <a:cubicBezTo>
                  <a:pt x="2098040" y="5085080"/>
                  <a:pt x="2109470" y="5121910"/>
                  <a:pt x="2112010" y="5156200"/>
                </a:cubicBezTo>
                <a:cubicBezTo>
                  <a:pt x="2114550" y="5190490"/>
                  <a:pt x="2106930" y="5226050"/>
                  <a:pt x="2096770" y="5259070"/>
                </a:cubicBezTo>
                <a:cubicBezTo>
                  <a:pt x="2086610" y="5290820"/>
                  <a:pt x="2067560" y="5321300"/>
                  <a:pt x="2051050" y="5349240"/>
                </a:cubicBezTo>
                <a:close/>
                <a:moveTo>
                  <a:pt x="2282190" y="5349240"/>
                </a:moveTo>
                <a:cubicBezTo>
                  <a:pt x="2261870" y="5388610"/>
                  <a:pt x="2239010" y="5422900"/>
                  <a:pt x="2219960" y="5457190"/>
                </a:cubicBezTo>
                <a:cubicBezTo>
                  <a:pt x="2200910" y="5492750"/>
                  <a:pt x="2185670" y="5525770"/>
                  <a:pt x="2167890" y="5560060"/>
                </a:cubicBezTo>
                <a:cubicBezTo>
                  <a:pt x="2150110" y="5594350"/>
                  <a:pt x="2136140" y="5628640"/>
                  <a:pt x="2115820" y="5662930"/>
                </a:cubicBezTo>
                <a:cubicBezTo>
                  <a:pt x="2094230" y="5697220"/>
                  <a:pt x="2072640" y="5734050"/>
                  <a:pt x="2042160" y="5765800"/>
                </a:cubicBezTo>
                <a:cubicBezTo>
                  <a:pt x="2012950" y="5798820"/>
                  <a:pt x="1977390" y="5831840"/>
                  <a:pt x="1936750" y="5859780"/>
                </a:cubicBezTo>
                <a:cubicBezTo>
                  <a:pt x="1896110" y="5887720"/>
                  <a:pt x="1849120" y="5913120"/>
                  <a:pt x="1799590" y="5933440"/>
                </a:cubicBezTo>
                <a:cubicBezTo>
                  <a:pt x="1750060" y="5955030"/>
                  <a:pt x="1695450" y="5972810"/>
                  <a:pt x="1638300" y="5985510"/>
                </a:cubicBezTo>
                <a:cubicBezTo>
                  <a:pt x="1582420" y="5999480"/>
                  <a:pt x="1522730" y="6008370"/>
                  <a:pt x="1463040" y="6012180"/>
                </a:cubicBezTo>
                <a:cubicBezTo>
                  <a:pt x="1403350" y="6015990"/>
                  <a:pt x="1341120" y="6014720"/>
                  <a:pt x="1281430" y="6007100"/>
                </a:cubicBezTo>
                <a:cubicBezTo>
                  <a:pt x="1221740" y="5999480"/>
                  <a:pt x="1162050" y="5984240"/>
                  <a:pt x="1108710" y="5965190"/>
                </a:cubicBezTo>
                <a:cubicBezTo>
                  <a:pt x="1054100" y="5947410"/>
                  <a:pt x="1003300" y="5920740"/>
                  <a:pt x="957580" y="5892800"/>
                </a:cubicBezTo>
                <a:cubicBezTo>
                  <a:pt x="911860" y="5866130"/>
                  <a:pt x="872490" y="5834380"/>
                  <a:pt x="834390" y="5802630"/>
                </a:cubicBezTo>
                <a:cubicBezTo>
                  <a:pt x="795020" y="5770880"/>
                  <a:pt x="762000" y="5737860"/>
                  <a:pt x="726440" y="5703570"/>
                </a:cubicBezTo>
                <a:cubicBezTo>
                  <a:pt x="692150" y="5669280"/>
                  <a:pt x="657860" y="5636260"/>
                  <a:pt x="626110" y="5599430"/>
                </a:cubicBezTo>
                <a:cubicBezTo>
                  <a:pt x="594360" y="5561330"/>
                  <a:pt x="560070" y="5523230"/>
                  <a:pt x="535940" y="5482590"/>
                </a:cubicBezTo>
                <a:cubicBezTo>
                  <a:pt x="510540" y="5440680"/>
                  <a:pt x="487680" y="5394960"/>
                  <a:pt x="476250" y="5349240"/>
                </a:cubicBezTo>
                <a:cubicBezTo>
                  <a:pt x="466090" y="5303520"/>
                  <a:pt x="462280" y="5253990"/>
                  <a:pt x="471170" y="5207000"/>
                </a:cubicBezTo>
                <a:cubicBezTo>
                  <a:pt x="478790" y="5160010"/>
                  <a:pt x="499110" y="5113020"/>
                  <a:pt x="524510" y="5069840"/>
                </a:cubicBezTo>
                <a:cubicBezTo>
                  <a:pt x="549910" y="5025390"/>
                  <a:pt x="586740" y="4984750"/>
                  <a:pt x="624840" y="4945380"/>
                </a:cubicBezTo>
                <a:cubicBezTo>
                  <a:pt x="662940" y="4907280"/>
                  <a:pt x="707390" y="4871720"/>
                  <a:pt x="753110" y="4837430"/>
                </a:cubicBezTo>
                <a:cubicBezTo>
                  <a:pt x="798830" y="4804410"/>
                  <a:pt x="847090" y="4771390"/>
                  <a:pt x="899160" y="4742180"/>
                </a:cubicBezTo>
                <a:cubicBezTo>
                  <a:pt x="951230" y="4712970"/>
                  <a:pt x="1007110" y="4683760"/>
                  <a:pt x="1066800" y="4660900"/>
                </a:cubicBezTo>
                <a:cubicBezTo>
                  <a:pt x="1126490" y="4636770"/>
                  <a:pt x="1189990" y="4616450"/>
                  <a:pt x="1256030" y="4601210"/>
                </a:cubicBezTo>
                <a:cubicBezTo>
                  <a:pt x="1322070" y="4587240"/>
                  <a:pt x="1393190" y="4577080"/>
                  <a:pt x="1463040" y="4573270"/>
                </a:cubicBezTo>
                <a:cubicBezTo>
                  <a:pt x="1532890" y="4569460"/>
                  <a:pt x="1605280" y="4572000"/>
                  <a:pt x="1675130" y="4579620"/>
                </a:cubicBezTo>
                <a:cubicBezTo>
                  <a:pt x="1746250" y="4587240"/>
                  <a:pt x="1817370" y="4599940"/>
                  <a:pt x="1883410" y="4618990"/>
                </a:cubicBezTo>
                <a:cubicBezTo>
                  <a:pt x="1949450" y="4636770"/>
                  <a:pt x="2016760" y="4660900"/>
                  <a:pt x="2075180" y="4690110"/>
                </a:cubicBezTo>
                <a:cubicBezTo>
                  <a:pt x="2133600" y="4719320"/>
                  <a:pt x="2190750" y="4754880"/>
                  <a:pt x="2233930" y="4794250"/>
                </a:cubicBezTo>
                <a:cubicBezTo>
                  <a:pt x="2278380" y="4833620"/>
                  <a:pt x="2315210" y="4880610"/>
                  <a:pt x="2338070" y="4928870"/>
                </a:cubicBezTo>
                <a:cubicBezTo>
                  <a:pt x="2360930" y="4975860"/>
                  <a:pt x="2371090" y="5029200"/>
                  <a:pt x="2371090" y="5078730"/>
                </a:cubicBezTo>
                <a:cubicBezTo>
                  <a:pt x="2372360" y="5126990"/>
                  <a:pt x="2358390" y="5177790"/>
                  <a:pt x="2343150" y="5223510"/>
                </a:cubicBezTo>
                <a:cubicBezTo>
                  <a:pt x="2329180" y="5267960"/>
                  <a:pt x="2303780" y="5309870"/>
                  <a:pt x="2282190" y="5349240"/>
                </a:cubicBezTo>
                <a:close/>
                <a:moveTo>
                  <a:pt x="2503170" y="5349240"/>
                </a:moveTo>
                <a:cubicBezTo>
                  <a:pt x="2481580" y="5398770"/>
                  <a:pt x="2461260" y="5443220"/>
                  <a:pt x="2442210" y="5488940"/>
                </a:cubicBezTo>
                <a:cubicBezTo>
                  <a:pt x="2424430" y="5535930"/>
                  <a:pt x="2410460" y="5580380"/>
                  <a:pt x="2392680" y="5626100"/>
                </a:cubicBezTo>
                <a:cubicBezTo>
                  <a:pt x="2373630" y="5673090"/>
                  <a:pt x="2357120" y="5720080"/>
                  <a:pt x="2331720" y="5767070"/>
                </a:cubicBezTo>
                <a:cubicBezTo>
                  <a:pt x="2305050" y="5812790"/>
                  <a:pt x="2273300" y="5861050"/>
                  <a:pt x="2233930" y="5904230"/>
                </a:cubicBezTo>
                <a:cubicBezTo>
                  <a:pt x="2193290" y="5947410"/>
                  <a:pt x="2145030" y="5989320"/>
                  <a:pt x="2090420" y="6024880"/>
                </a:cubicBezTo>
                <a:cubicBezTo>
                  <a:pt x="2035810" y="6061710"/>
                  <a:pt x="1973580" y="6094730"/>
                  <a:pt x="1907540" y="6122670"/>
                </a:cubicBezTo>
                <a:cubicBezTo>
                  <a:pt x="1841500" y="6149340"/>
                  <a:pt x="1769110" y="6173470"/>
                  <a:pt x="1695450" y="6189980"/>
                </a:cubicBezTo>
                <a:cubicBezTo>
                  <a:pt x="1620520" y="6206490"/>
                  <a:pt x="1541780" y="6217920"/>
                  <a:pt x="1463040" y="6221730"/>
                </a:cubicBezTo>
                <a:cubicBezTo>
                  <a:pt x="1384300" y="6224270"/>
                  <a:pt x="1301750" y="6220460"/>
                  <a:pt x="1225550" y="6209030"/>
                </a:cubicBezTo>
                <a:cubicBezTo>
                  <a:pt x="1149350" y="6197600"/>
                  <a:pt x="1071880" y="6176010"/>
                  <a:pt x="1002030" y="6150610"/>
                </a:cubicBezTo>
                <a:cubicBezTo>
                  <a:pt x="933450" y="6123940"/>
                  <a:pt x="868680" y="6089650"/>
                  <a:pt x="808990" y="6054090"/>
                </a:cubicBezTo>
                <a:cubicBezTo>
                  <a:pt x="749300" y="6018530"/>
                  <a:pt x="697230" y="5977890"/>
                  <a:pt x="643890" y="5938520"/>
                </a:cubicBezTo>
                <a:cubicBezTo>
                  <a:pt x="591820" y="5899150"/>
                  <a:pt x="543560" y="5858510"/>
                  <a:pt x="494030" y="5815330"/>
                </a:cubicBezTo>
                <a:cubicBezTo>
                  <a:pt x="445770" y="5772150"/>
                  <a:pt x="394970" y="5728970"/>
                  <a:pt x="350520" y="5680710"/>
                </a:cubicBezTo>
                <a:cubicBezTo>
                  <a:pt x="306070" y="5632450"/>
                  <a:pt x="260350" y="5581650"/>
                  <a:pt x="227330" y="5525770"/>
                </a:cubicBezTo>
                <a:cubicBezTo>
                  <a:pt x="195580" y="5471160"/>
                  <a:pt x="167640" y="5410200"/>
                  <a:pt x="156210" y="5349240"/>
                </a:cubicBezTo>
                <a:cubicBezTo>
                  <a:pt x="144780" y="5288280"/>
                  <a:pt x="146050" y="5223510"/>
                  <a:pt x="160020" y="5162550"/>
                </a:cubicBezTo>
                <a:cubicBezTo>
                  <a:pt x="173990" y="5101590"/>
                  <a:pt x="204470" y="5040630"/>
                  <a:pt x="238760" y="4984750"/>
                </a:cubicBezTo>
                <a:cubicBezTo>
                  <a:pt x="274320" y="4927600"/>
                  <a:pt x="321310" y="4874260"/>
                  <a:pt x="369570" y="4823460"/>
                </a:cubicBezTo>
                <a:cubicBezTo>
                  <a:pt x="419100" y="4772660"/>
                  <a:pt x="473710" y="4724400"/>
                  <a:pt x="532130" y="4678680"/>
                </a:cubicBezTo>
                <a:cubicBezTo>
                  <a:pt x="590550" y="4632960"/>
                  <a:pt x="652780" y="4588510"/>
                  <a:pt x="720090" y="4549140"/>
                </a:cubicBezTo>
                <a:cubicBezTo>
                  <a:pt x="788670" y="4509770"/>
                  <a:pt x="861060" y="4470400"/>
                  <a:pt x="939800" y="4439920"/>
                </a:cubicBezTo>
                <a:cubicBezTo>
                  <a:pt x="1018540" y="4409440"/>
                  <a:pt x="1103630" y="4381500"/>
                  <a:pt x="1191260" y="4363720"/>
                </a:cubicBezTo>
                <a:cubicBezTo>
                  <a:pt x="1277620" y="4344670"/>
                  <a:pt x="1371600" y="4333240"/>
                  <a:pt x="1463040" y="4329430"/>
                </a:cubicBezTo>
                <a:cubicBezTo>
                  <a:pt x="1554480" y="4325620"/>
                  <a:pt x="1649730" y="4329430"/>
                  <a:pt x="1742440" y="4339590"/>
                </a:cubicBezTo>
                <a:cubicBezTo>
                  <a:pt x="1833880" y="4349750"/>
                  <a:pt x="1927860" y="4367530"/>
                  <a:pt x="2014220" y="4391660"/>
                </a:cubicBezTo>
                <a:cubicBezTo>
                  <a:pt x="2100580" y="4417060"/>
                  <a:pt x="2188210" y="4448810"/>
                  <a:pt x="2261870" y="4488180"/>
                </a:cubicBezTo>
                <a:cubicBezTo>
                  <a:pt x="2336800" y="4528820"/>
                  <a:pt x="2406650" y="4577080"/>
                  <a:pt x="2459990" y="4631690"/>
                </a:cubicBezTo>
                <a:cubicBezTo>
                  <a:pt x="2513330" y="4685030"/>
                  <a:pt x="2555240" y="4749800"/>
                  <a:pt x="2580640" y="4812030"/>
                </a:cubicBezTo>
                <a:cubicBezTo>
                  <a:pt x="2604770" y="4874260"/>
                  <a:pt x="2611120" y="4944110"/>
                  <a:pt x="2609850" y="5007610"/>
                </a:cubicBezTo>
                <a:cubicBezTo>
                  <a:pt x="2608580" y="5069840"/>
                  <a:pt x="2588260" y="5133340"/>
                  <a:pt x="2570480" y="5190490"/>
                </a:cubicBezTo>
                <a:cubicBezTo>
                  <a:pt x="2552700" y="5247640"/>
                  <a:pt x="2524760" y="5299710"/>
                  <a:pt x="2503170" y="5349240"/>
                </a:cubicBezTo>
                <a:close/>
                <a:moveTo>
                  <a:pt x="2719070" y="5349240"/>
                </a:moveTo>
                <a:cubicBezTo>
                  <a:pt x="2701290" y="5408930"/>
                  <a:pt x="2686050" y="5464810"/>
                  <a:pt x="2670810" y="5521960"/>
                </a:cubicBezTo>
                <a:cubicBezTo>
                  <a:pt x="2654300" y="5580380"/>
                  <a:pt x="2645410" y="5637530"/>
                  <a:pt x="2626360" y="5695950"/>
                </a:cubicBezTo>
                <a:cubicBezTo>
                  <a:pt x="2607310" y="5754370"/>
                  <a:pt x="2586990" y="5816600"/>
                  <a:pt x="2555240" y="5875020"/>
                </a:cubicBezTo>
                <a:cubicBezTo>
                  <a:pt x="2522220" y="5932170"/>
                  <a:pt x="2481580" y="5991860"/>
                  <a:pt x="2429510" y="6045200"/>
                </a:cubicBezTo>
                <a:cubicBezTo>
                  <a:pt x="2378710" y="6098540"/>
                  <a:pt x="2316480" y="6150610"/>
                  <a:pt x="2247900" y="6195060"/>
                </a:cubicBezTo>
                <a:cubicBezTo>
                  <a:pt x="2179320" y="6239510"/>
                  <a:pt x="2100580" y="6280150"/>
                  <a:pt x="2018030" y="6313170"/>
                </a:cubicBezTo>
                <a:cubicBezTo>
                  <a:pt x="1935480" y="6347460"/>
                  <a:pt x="1844040" y="6376670"/>
                  <a:pt x="1752600" y="6395720"/>
                </a:cubicBezTo>
                <a:cubicBezTo>
                  <a:pt x="1659890" y="6414770"/>
                  <a:pt x="1559560" y="6428740"/>
                  <a:pt x="1463040" y="6431280"/>
                </a:cubicBezTo>
                <a:cubicBezTo>
                  <a:pt x="1366520" y="6432550"/>
                  <a:pt x="1264920" y="6424930"/>
                  <a:pt x="1170940" y="6408420"/>
                </a:cubicBezTo>
                <a:cubicBezTo>
                  <a:pt x="1076960" y="6391910"/>
                  <a:pt x="982980" y="6362700"/>
                  <a:pt x="899160" y="6329680"/>
                </a:cubicBezTo>
                <a:cubicBezTo>
                  <a:pt x="814070" y="6297930"/>
                  <a:pt x="736600" y="6254750"/>
                  <a:pt x="661670" y="6212840"/>
                </a:cubicBezTo>
                <a:cubicBezTo>
                  <a:pt x="588010" y="6169660"/>
                  <a:pt x="520700" y="6123940"/>
                  <a:pt x="452120" y="6076950"/>
                </a:cubicBezTo>
                <a:cubicBezTo>
                  <a:pt x="384810" y="6029960"/>
                  <a:pt x="318770" y="5982970"/>
                  <a:pt x="254000" y="5930900"/>
                </a:cubicBezTo>
                <a:cubicBezTo>
                  <a:pt x="189230" y="5878830"/>
                  <a:pt x="120650" y="5826760"/>
                  <a:pt x="63500" y="5767070"/>
                </a:cubicBezTo>
                <a:cubicBezTo>
                  <a:pt x="6350" y="5706110"/>
                  <a:pt x="-50800" y="5641340"/>
                  <a:pt x="-88900" y="5571490"/>
                </a:cubicBezTo>
                <a:cubicBezTo>
                  <a:pt x="-127000" y="5501640"/>
                  <a:pt x="-156210" y="5424170"/>
                  <a:pt x="-166370" y="5349240"/>
                </a:cubicBezTo>
                <a:cubicBezTo>
                  <a:pt x="-176530" y="5274310"/>
                  <a:pt x="-167640" y="5193030"/>
                  <a:pt x="-147320" y="5118100"/>
                </a:cubicBezTo>
                <a:cubicBezTo>
                  <a:pt x="-127000" y="5043170"/>
                  <a:pt x="-87630" y="4969510"/>
                  <a:pt x="-44450" y="4899660"/>
                </a:cubicBezTo>
                <a:cubicBezTo>
                  <a:pt x="0" y="4829810"/>
                  <a:pt x="55880" y="4763770"/>
                  <a:pt x="114300" y="4700270"/>
                </a:cubicBezTo>
                <a:cubicBezTo>
                  <a:pt x="172720" y="4636770"/>
                  <a:pt x="237490" y="4575810"/>
                  <a:pt x="307340" y="4517390"/>
                </a:cubicBezTo>
                <a:cubicBezTo>
                  <a:pt x="378460" y="4458970"/>
                  <a:pt x="453390" y="4401820"/>
                  <a:pt x="537210" y="4352290"/>
                </a:cubicBezTo>
                <a:cubicBezTo>
                  <a:pt x="621030" y="4301490"/>
                  <a:pt x="712470" y="4253230"/>
                  <a:pt x="810260" y="4215130"/>
                </a:cubicBezTo>
                <a:cubicBezTo>
                  <a:pt x="908050" y="4177030"/>
                  <a:pt x="1016000" y="4145280"/>
                  <a:pt x="1123950" y="4123690"/>
                </a:cubicBezTo>
                <a:cubicBezTo>
                  <a:pt x="1233170" y="4102100"/>
                  <a:pt x="1348740" y="4088130"/>
                  <a:pt x="1463040" y="4084320"/>
                </a:cubicBezTo>
                <a:cubicBezTo>
                  <a:pt x="1577340" y="4080510"/>
                  <a:pt x="1695450" y="4084320"/>
                  <a:pt x="1808480" y="4098290"/>
                </a:cubicBezTo>
                <a:cubicBezTo>
                  <a:pt x="1922780" y="4110990"/>
                  <a:pt x="2038350" y="4132580"/>
                  <a:pt x="2143760" y="4165600"/>
                </a:cubicBezTo>
                <a:cubicBezTo>
                  <a:pt x="2250440" y="4197350"/>
                  <a:pt x="2357120" y="4239260"/>
                  <a:pt x="2444750" y="4291330"/>
                </a:cubicBezTo>
                <a:cubicBezTo>
                  <a:pt x="2533650" y="4343400"/>
                  <a:pt x="2616200" y="4406900"/>
                  <a:pt x="2675890" y="4476750"/>
                </a:cubicBezTo>
                <a:cubicBezTo>
                  <a:pt x="2735580" y="4545330"/>
                  <a:pt x="2778760" y="4626610"/>
                  <a:pt x="2804160" y="4704080"/>
                </a:cubicBezTo>
                <a:cubicBezTo>
                  <a:pt x="2828290" y="4781550"/>
                  <a:pt x="2830830" y="4866640"/>
                  <a:pt x="2827020" y="4942840"/>
                </a:cubicBezTo>
                <a:cubicBezTo>
                  <a:pt x="2823210" y="5019040"/>
                  <a:pt x="2800350" y="5092700"/>
                  <a:pt x="2781300" y="5160010"/>
                </a:cubicBezTo>
                <a:cubicBezTo>
                  <a:pt x="2763520" y="5228590"/>
                  <a:pt x="2738120" y="5289550"/>
                  <a:pt x="2719070" y="5349240"/>
                </a:cubicBezTo>
                <a:close/>
                <a:moveTo>
                  <a:pt x="2937510" y="5349240"/>
                </a:moveTo>
                <a:cubicBezTo>
                  <a:pt x="2924810" y="5420360"/>
                  <a:pt x="2918460" y="5486400"/>
                  <a:pt x="2908300" y="5556250"/>
                </a:cubicBezTo>
                <a:cubicBezTo>
                  <a:pt x="2896870" y="5626100"/>
                  <a:pt x="2890520" y="5697220"/>
                  <a:pt x="2870200" y="5768340"/>
                </a:cubicBezTo>
                <a:cubicBezTo>
                  <a:pt x="2849880" y="5840730"/>
                  <a:pt x="2825750" y="5915660"/>
                  <a:pt x="2785110" y="5985510"/>
                </a:cubicBezTo>
                <a:cubicBezTo>
                  <a:pt x="2745740" y="6055360"/>
                  <a:pt x="2693670" y="6126480"/>
                  <a:pt x="2630170" y="6189980"/>
                </a:cubicBezTo>
                <a:cubicBezTo>
                  <a:pt x="2567940" y="6253480"/>
                  <a:pt x="2491740" y="6314440"/>
                  <a:pt x="2407920" y="6366510"/>
                </a:cubicBezTo>
                <a:cubicBezTo>
                  <a:pt x="2324100" y="6419850"/>
                  <a:pt x="2230120" y="6469380"/>
                  <a:pt x="2129790" y="6508750"/>
                </a:cubicBezTo>
                <a:cubicBezTo>
                  <a:pt x="2030730" y="6548120"/>
                  <a:pt x="1920240" y="6582410"/>
                  <a:pt x="1809750" y="6604000"/>
                </a:cubicBezTo>
                <a:cubicBezTo>
                  <a:pt x="1697990" y="6625590"/>
                  <a:pt x="1578610" y="6638290"/>
                  <a:pt x="1463040" y="6638290"/>
                </a:cubicBezTo>
                <a:cubicBezTo>
                  <a:pt x="1347470" y="6638290"/>
                  <a:pt x="1226820" y="6625590"/>
                  <a:pt x="1116330" y="6604000"/>
                </a:cubicBezTo>
                <a:cubicBezTo>
                  <a:pt x="1005840" y="6581140"/>
                  <a:pt x="897890" y="6544310"/>
                  <a:pt x="797560" y="6506210"/>
                </a:cubicBezTo>
                <a:cubicBezTo>
                  <a:pt x="697230" y="6466840"/>
                  <a:pt x="605790" y="6418580"/>
                  <a:pt x="515620" y="6370320"/>
                </a:cubicBezTo>
                <a:cubicBezTo>
                  <a:pt x="425450" y="6322060"/>
                  <a:pt x="341630" y="6271260"/>
                  <a:pt x="255270" y="6217920"/>
                </a:cubicBezTo>
                <a:cubicBezTo>
                  <a:pt x="170180" y="6165850"/>
                  <a:pt x="83820" y="6112510"/>
                  <a:pt x="2540" y="6051550"/>
                </a:cubicBezTo>
                <a:cubicBezTo>
                  <a:pt x="-78740" y="5991860"/>
                  <a:pt x="-165100" y="5928360"/>
                  <a:pt x="-233680" y="5855970"/>
                </a:cubicBezTo>
                <a:cubicBezTo>
                  <a:pt x="-303530" y="5783580"/>
                  <a:pt x="-369570" y="5702300"/>
                  <a:pt x="-411480" y="5617210"/>
                </a:cubicBezTo>
                <a:cubicBezTo>
                  <a:pt x="-453390" y="5533390"/>
                  <a:pt x="-481330" y="5439410"/>
                  <a:pt x="-487680" y="5349240"/>
                </a:cubicBezTo>
                <a:cubicBezTo>
                  <a:pt x="-494030" y="5259070"/>
                  <a:pt x="-477520" y="5163820"/>
                  <a:pt x="-450850" y="5074920"/>
                </a:cubicBezTo>
                <a:cubicBezTo>
                  <a:pt x="-422910" y="4986020"/>
                  <a:pt x="-375920" y="4899660"/>
                  <a:pt x="-325120" y="4815840"/>
                </a:cubicBezTo>
                <a:cubicBezTo>
                  <a:pt x="-274320" y="4733290"/>
                  <a:pt x="-212090" y="4653280"/>
                  <a:pt x="-144780" y="4575810"/>
                </a:cubicBezTo>
                <a:cubicBezTo>
                  <a:pt x="-77470" y="4498340"/>
                  <a:pt x="-3810" y="4423410"/>
                  <a:pt x="78740" y="4352290"/>
                </a:cubicBezTo>
                <a:cubicBezTo>
                  <a:pt x="161290" y="4281170"/>
                  <a:pt x="250190" y="4211320"/>
                  <a:pt x="350520" y="4150360"/>
                </a:cubicBezTo>
                <a:cubicBezTo>
                  <a:pt x="450850" y="4090670"/>
                  <a:pt x="562610" y="4033520"/>
                  <a:pt x="680720" y="3989070"/>
                </a:cubicBezTo>
                <a:cubicBezTo>
                  <a:pt x="797560" y="3943350"/>
                  <a:pt x="927100" y="3906520"/>
                  <a:pt x="1057910" y="3882390"/>
                </a:cubicBezTo>
                <a:cubicBezTo>
                  <a:pt x="1188720" y="3856990"/>
                  <a:pt x="1327150" y="3841750"/>
                  <a:pt x="1463040" y="3837940"/>
                </a:cubicBezTo>
                <a:cubicBezTo>
                  <a:pt x="1598930" y="3832860"/>
                  <a:pt x="1741170" y="3837940"/>
                  <a:pt x="1875790" y="3855720"/>
                </a:cubicBezTo>
                <a:cubicBezTo>
                  <a:pt x="2010410" y="3873500"/>
                  <a:pt x="2148840" y="3900170"/>
                  <a:pt x="2273300" y="3940810"/>
                </a:cubicBezTo>
                <a:cubicBezTo>
                  <a:pt x="2397760" y="3981450"/>
                  <a:pt x="2520950" y="4036060"/>
                  <a:pt x="2621280" y="4100830"/>
                </a:cubicBezTo>
                <a:cubicBezTo>
                  <a:pt x="2721610" y="4165600"/>
                  <a:pt x="2811780" y="4246880"/>
                  <a:pt x="2876550" y="4331970"/>
                </a:cubicBezTo>
                <a:cubicBezTo>
                  <a:pt x="2940050" y="4415790"/>
                  <a:pt x="2981960" y="4514850"/>
                  <a:pt x="3006090" y="4606290"/>
                </a:cubicBezTo>
                <a:cubicBezTo>
                  <a:pt x="3031490" y="4699000"/>
                  <a:pt x="3028950" y="4795520"/>
                  <a:pt x="3025140" y="4883150"/>
                </a:cubicBezTo>
                <a:cubicBezTo>
                  <a:pt x="3020060" y="4970780"/>
                  <a:pt x="2997200" y="5053330"/>
                  <a:pt x="2983230" y="5132070"/>
                </a:cubicBezTo>
                <a:cubicBezTo>
                  <a:pt x="2967990" y="5209540"/>
                  <a:pt x="2950210" y="5278120"/>
                  <a:pt x="2937510" y="5349240"/>
                </a:cubicBezTo>
                <a:close/>
                <a:moveTo>
                  <a:pt x="3163570" y="5349240"/>
                </a:moveTo>
                <a:cubicBezTo>
                  <a:pt x="3158490" y="5430520"/>
                  <a:pt x="3163570" y="5509260"/>
                  <a:pt x="3157220" y="5591810"/>
                </a:cubicBezTo>
                <a:cubicBezTo>
                  <a:pt x="3150870" y="5674360"/>
                  <a:pt x="3147060" y="5760720"/>
                  <a:pt x="3124200" y="5844540"/>
                </a:cubicBezTo>
                <a:cubicBezTo>
                  <a:pt x="3102610" y="5929630"/>
                  <a:pt x="3070860" y="6017260"/>
                  <a:pt x="3022600" y="6099810"/>
                </a:cubicBezTo>
                <a:cubicBezTo>
                  <a:pt x="2974340" y="6181090"/>
                  <a:pt x="2909570" y="6263640"/>
                  <a:pt x="2834640" y="6337300"/>
                </a:cubicBezTo>
                <a:cubicBezTo>
                  <a:pt x="2759710" y="6410960"/>
                  <a:pt x="2668270" y="6480810"/>
                  <a:pt x="2570480" y="6541770"/>
                </a:cubicBezTo>
                <a:cubicBezTo>
                  <a:pt x="2471420" y="6604000"/>
                  <a:pt x="2360930" y="6661150"/>
                  <a:pt x="2242820" y="6705600"/>
                </a:cubicBezTo>
                <a:cubicBezTo>
                  <a:pt x="2125980" y="6750050"/>
                  <a:pt x="1997710" y="6789420"/>
                  <a:pt x="1866900" y="6812280"/>
                </a:cubicBezTo>
                <a:cubicBezTo>
                  <a:pt x="1737360" y="6835140"/>
                  <a:pt x="1596390" y="6846570"/>
                  <a:pt x="1463040" y="6842760"/>
                </a:cubicBezTo>
                <a:cubicBezTo>
                  <a:pt x="1329690" y="6840220"/>
                  <a:pt x="1191260" y="6819900"/>
                  <a:pt x="1064260" y="6793230"/>
                </a:cubicBezTo>
                <a:cubicBezTo>
                  <a:pt x="937260" y="6765290"/>
                  <a:pt x="814070" y="6722110"/>
                  <a:pt x="698500" y="6678930"/>
                </a:cubicBezTo>
                <a:cubicBezTo>
                  <a:pt x="581660" y="6634480"/>
                  <a:pt x="474980" y="6582410"/>
                  <a:pt x="367030" y="6530340"/>
                </a:cubicBezTo>
                <a:cubicBezTo>
                  <a:pt x="259080" y="6478270"/>
                  <a:pt x="154940" y="6424930"/>
                  <a:pt x="50800" y="6366510"/>
                </a:cubicBezTo>
                <a:cubicBezTo>
                  <a:pt x="-54610" y="6308090"/>
                  <a:pt x="-162560" y="6248400"/>
                  <a:pt x="-261620" y="6178550"/>
                </a:cubicBezTo>
                <a:cubicBezTo>
                  <a:pt x="-359410" y="6108700"/>
                  <a:pt x="-462280" y="6032500"/>
                  <a:pt x="-541020" y="5947410"/>
                </a:cubicBezTo>
                <a:cubicBezTo>
                  <a:pt x="-619760" y="5861050"/>
                  <a:pt x="-692150" y="5763260"/>
                  <a:pt x="-735330" y="5664200"/>
                </a:cubicBezTo>
                <a:cubicBezTo>
                  <a:pt x="-779780" y="5563870"/>
                  <a:pt x="-801370" y="5454650"/>
                  <a:pt x="-803910" y="5349240"/>
                </a:cubicBezTo>
                <a:cubicBezTo>
                  <a:pt x="-806450" y="5243830"/>
                  <a:pt x="-782320" y="5134610"/>
                  <a:pt x="-749300" y="5031740"/>
                </a:cubicBezTo>
                <a:cubicBezTo>
                  <a:pt x="-717550" y="4928870"/>
                  <a:pt x="-664210" y="4828540"/>
                  <a:pt x="-607060" y="4732020"/>
                </a:cubicBezTo>
                <a:cubicBezTo>
                  <a:pt x="-549910" y="4634230"/>
                  <a:pt x="-483870" y="4540250"/>
                  <a:pt x="-408940" y="4448810"/>
                </a:cubicBezTo>
                <a:cubicBezTo>
                  <a:pt x="-332740" y="4357370"/>
                  <a:pt x="-251460" y="4267200"/>
                  <a:pt x="-156210" y="4183380"/>
                </a:cubicBezTo>
                <a:cubicBezTo>
                  <a:pt x="-62230" y="4099560"/>
                  <a:pt x="43180" y="4017010"/>
                  <a:pt x="161290" y="3945890"/>
                </a:cubicBezTo>
                <a:cubicBezTo>
                  <a:pt x="278130" y="3876040"/>
                  <a:pt x="410210" y="3810000"/>
                  <a:pt x="548640" y="3759200"/>
                </a:cubicBezTo>
                <a:cubicBezTo>
                  <a:pt x="687070" y="3708400"/>
                  <a:pt x="838200" y="3667760"/>
                  <a:pt x="990600" y="3639820"/>
                </a:cubicBezTo>
                <a:cubicBezTo>
                  <a:pt x="1143000" y="3610610"/>
                  <a:pt x="1304290" y="3594100"/>
                  <a:pt x="1463040" y="3590290"/>
                </a:cubicBezTo>
                <a:cubicBezTo>
                  <a:pt x="1621790" y="3585210"/>
                  <a:pt x="1786890" y="3591560"/>
                  <a:pt x="1941830" y="3614420"/>
                </a:cubicBezTo>
                <a:cubicBezTo>
                  <a:pt x="2098040" y="3636010"/>
                  <a:pt x="2258060" y="3670300"/>
                  <a:pt x="2400300" y="3721100"/>
                </a:cubicBezTo>
                <a:cubicBezTo>
                  <a:pt x="2541270" y="3771900"/>
                  <a:pt x="2678430" y="3840480"/>
                  <a:pt x="2788920" y="3920490"/>
                </a:cubicBezTo>
                <a:cubicBezTo>
                  <a:pt x="2899410" y="4000500"/>
                  <a:pt x="2992120" y="4100830"/>
                  <a:pt x="3059430" y="4199890"/>
                </a:cubicBezTo>
                <a:cubicBezTo>
                  <a:pt x="3125470" y="4300220"/>
                  <a:pt x="3163570" y="4414520"/>
                  <a:pt x="3188970" y="4518660"/>
                </a:cubicBezTo>
                <a:cubicBezTo>
                  <a:pt x="3213100" y="4624070"/>
                  <a:pt x="3208020" y="4732020"/>
                  <a:pt x="3206750" y="4829810"/>
                </a:cubicBezTo>
                <a:cubicBezTo>
                  <a:pt x="3205480" y="4926330"/>
                  <a:pt x="3187700" y="5016500"/>
                  <a:pt x="3180080" y="5102860"/>
                </a:cubicBezTo>
                <a:cubicBezTo>
                  <a:pt x="3173730" y="5190490"/>
                  <a:pt x="3167380" y="5267960"/>
                  <a:pt x="3163570" y="5349240"/>
                </a:cubicBezTo>
                <a:close/>
                <a:moveTo>
                  <a:pt x="3401060" y="5349240"/>
                </a:moveTo>
                <a:cubicBezTo>
                  <a:pt x="3407410" y="5441950"/>
                  <a:pt x="3422650" y="5533390"/>
                  <a:pt x="3420110" y="5629910"/>
                </a:cubicBezTo>
                <a:cubicBezTo>
                  <a:pt x="3417570" y="5725160"/>
                  <a:pt x="3413760" y="5825490"/>
                  <a:pt x="3387090" y="5923280"/>
                </a:cubicBezTo>
                <a:cubicBezTo>
                  <a:pt x="3361690" y="6021070"/>
                  <a:pt x="3321050" y="6121400"/>
                  <a:pt x="3263900" y="6215380"/>
                </a:cubicBezTo>
                <a:cubicBezTo>
                  <a:pt x="3206750" y="6309360"/>
                  <a:pt x="3130550" y="6402070"/>
                  <a:pt x="3041650" y="6485890"/>
                </a:cubicBezTo>
                <a:cubicBezTo>
                  <a:pt x="2954020" y="6569710"/>
                  <a:pt x="2849880" y="6650990"/>
                  <a:pt x="2735580" y="6720840"/>
                </a:cubicBezTo>
                <a:cubicBezTo>
                  <a:pt x="2621280" y="6790690"/>
                  <a:pt x="2493010" y="6855460"/>
                  <a:pt x="2357120" y="6904990"/>
                </a:cubicBezTo>
                <a:cubicBezTo>
                  <a:pt x="2222500" y="6954520"/>
                  <a:pt x="2072640" y="6995160"/>
                  <a:pt x="1924050" y="7018020"/>
                </a:cubicBezTo>
                <a:cubicBezTo>
                  <a:pt x="1775460" y="7040880"/>
                  <a:pt x="1615440" y="7048500"/>
                  <a:pt x="1463040" y="7042150"/>
                </a:cubicBezTo>
                <a:cubicBezTo>
                  <a:pt x="1310640" y="7035800"/>
                  <a:pt x="1156970" y="7009130"/>
                  <a:pt x="1013460" y="6977380"/>
                </a:cubicBezTo>
                <a:cubicBezTo>
                  <a:pt x="868680" y="6945630"/>
                  <a:pt x="732790" y="6897370"/>
                  <a:pt x="599440" y="6850380"/>
                </a:cubicBezTo>
                <a:cubicBezTo>
                  <a:pt x="466090" y="6803390"/>
                  <a:pt x="341630" y="6750050"/>
                  <a:pt x="213360" y="6695440"/>
                </a:cubicBezTo>
                <a:cubicBezTo>
                  <a:pt x="86360" y="6640830"/>
                  <a:pt x="-40640" y="6586220"/>
                  <a:pt x="-165100" y="6521450"/>
                </a:cubicBezTo>
                <a:cubicBezTo>
                  <a:pt x="-290830" y="6457950"/>
                  <a:pt x="-421640" y="6390640"/>
                  <a:pt x="-535940" y="6310630"/>
                </a:cubicBezTo>
                <a:cubicBezTo>
                  <a:pt x="-650240" y="6230620"/>
                  <a:pt x="-767080" y="6140450"/>
                  <a:pt x="-853440" y="6040120"/>
                </a:cubicBezTo>
                <a:cubicBezTo>
                  <a:pt x="-939800" y="5939790"/>
                  <a:pt x="-1013460" y="5825490"/>
                  <a:pt x="-1056640" y="5709920"/>
                </a:cubicBezTo>
                <a:cubicBezTo>
                  <a:pt x="-1101090" y="5595620"/>
                  <a:pt x="-1116330" y="5469890"/>
                  <a:pt x="-1115060" y="5349240"/>
                </a:cubicBezTo>
                <a:cubicBezTo>
                  <a:pt x="-1113790" y="5228590"/>
                  <a:pt x="-1083310" y="5106670"/>
                  <a:pt x="-1046480" y="4989830"/>
                </a:cubicBezTo>
                <a:cubicBezTo>
                  <a:pt x="-1009650" y="4872990"/>
                  <a:pt x="-953770" y="4758690"/>
                  <a:pt x="-892810" y="4646930"/>
                </a:cubicBezTo>
                <a:cubicBezTo>
                  <a:pt x="-831850" y="4535170"/>
                  <a:pt x="-762000" y="4424680"/>
                  <a:pt x="-679450" y="4319270"/>
                </a:cubicBezTo>
                <a:cubicBezTo>
                  <a:pt x="-596900" y="4212590"/>
                  <a:pt x="-505460" y="4105910"/>
                  <a:pt x="-397510" y="4009390"/>
                </a:cubicBezTo>
                <a:cubicBezTo>
                  <a:pt x="-289560" y="3912870"/>
                  <a:pt x="-167640" y="3818890"/>
                  <a:pt x="-31750" y="3738880"/>
                </a:cubicBezTo>
                <a:cubicBezTo>
                  <a:pt x="104140" y="3658870"/>
                  <a:pt x="256540" y="3586480"/>
                  <a:pt x="416560" y="3529330"/>
                </a:cubicBezTo>
                <a:cubicBezTo>
                  <a:pt x="575310" y="3472180"/>
                  <a:pt x="749300" y="3426460"/>
                  <a:pt x="923290" y="3395980"/>
                </a:cubicBezTo>
                <a:cubicBezTo>
                  <a:pt x="1097280" y="3364230"/>
                  <a:pt x="1282700" y="3345180"/>
                  <a:pt x="1463040" y="3341370"/>
                </a:cubicBezTo>
                <a:cubicBezTo>
                  <a:pt x="1643380" y="3337560"/>
                  <a:pt x="1832610" y="3346450"/>
                  <a:pt x="2009140" y="3374390"/>
                </a:cubicBezTo>
                <a:cubicBezTo>
                  <a:pt x="2185670" y="3402330"/>
                  <a:pt x="2366010" y="3446780"/>
                  <a:pt x="2520950" y="3509010"/>
                </a:cubicBezTo>
                <a:cubicBezTo>
                  <a:pt x="2677160" y="3572510"/>
                  <a:pt x="2827020" y="3658870"/>
                  <a:pt x="2943860" y="3754120"/>
                </a:cubicBezTo>
                <a:cubicBezTo>
                  <a:pt x="3060700" y="3849370"/>
                  <a:pt x="3154680" y="3967480"/>
                  <a:pt x="3223260" y="4081780"/>
                </a:cubicBezTo>
                <a:cubicBezTo>
                  <a:pt x="3290570" y="4196080"/>
                  <a:pt x="3324860" y="4324350"/>
                  <a:pt x="3351530" y="4441190"/>
                </a:cubicBezTo>
                <a:cubicBezTo>
                  <a:pt x="3376930" y="4556760"/>
                  <a:pt x="3374390" y="4672330"/>
                  <a:pt x="3379470" y="4777740"/>
                </a:cubicBezTo>
                <a:cubicBezTo>
                  <a:pt x="3384550" y="4883150"/>
                  <a:pt x="3378200" y="4979670"/>
                  <a:pt x="3382010" y="5074920"/>
                </a:cubicBezTo>
                <a:cubicBezTo>
                  <a:pt x="3385820" y="5170170"/>
                  <a:pt x="3394710" y="5256530"/>
                  <a:pt x="3401060" y="5349240"/>
                </a:cubicBezTo>
                <a:close/>
                <a:moveTo>
                  <a:pt x="3655060" y="5349240"/>
                </a:moveTo>
                <a:cubicBezTo>
                  <a:pt x="3671570" y="5453380"/>
                  <a:pt x="3694430" y="5560060"/>
                  <a:pt x="3695700" y="5669280"/>
                </a:cubicBezTo>
                <a:cubicBezTo>
                  <a:pt x="3695700" y="5778500"/>
                  <a:pt x="3688080" y="5892800"/>
                  <a:pt x="3657600" y="6003290"/>
                </a:cubicBezTo>
                <a:cubicBezTo>
                  <a:pt x="3627120" y="6115050"/>
                  <a:pt x="3576320" y="6228080"/>
                  <a:pt x="3509010" y="6333490"/>
                </a:cubicBezTo>
                <a:cubicBezTo>
                  <a:pt x="3441700" y="6438900"/>
                  <a:pt x="3354070" y="6543040"/>
                  <a:pt x="3252470" y="6638290"/>
                </a:cubicBezTo>
                <a:cubicBezTo>
                  <a:pt x="3152140" y="6732270"/>
                  <a:pt x="3032760" y="6822440"/>
                  <a:pt x="2903220" y="6901180"/>
                </a:cubicBezTo>
                <a:cubicBezTo>
                  <a:pt x="2772410" y="6978650"/>
                  <a:pt x="2626360" y="7049770"/>
                  <a:pt x="2472690" y="7103110"/>
                </a:cubicBezTo>
                <a:cubicBezTo>
                  <a:pt x="2319020" y="7156450"/>
                  <a:pt x="2147570" y="7198360"/>
                  <a:pt x="1979930" y="7219950"/>
                </a:cubicBezTo>
                <a:cubicBezTo>
                  <a:pt x="1812290" y="7242810"/>
                  <a:pt x="1631950" y="7245350"/>
                  <a:pt x="1463040" y="7233920"/>
                </a:cubicBezTo>
                <a:cubicBezTo>
                  <a:pt x="1294130" y="7223760"/>
                  <a:pt x="1123950" y="7192010"/>
                  <a:pt x="963930" y="7157720"/>
                </a:cubicBezTo>
                <a:cubicBezTo>
                  <a:pt x="802640" y="7122160"/>
                  <a:pt x="650240" y="7072630"/>
                  <a:pt x="499110" y="7025640"/>
                </a:cubicBezTo>
                <a:cubicBezTo>
                  <a:pt x="346710" y="6977380"/>
                  <a:pt x="201930" y="6925310"/>
                  <a:pt x="53340" y="6868160"/>
                </a:cubicBezTo>
                <a:cubicBezTo>
                  <a:pt x="-95250" y="6812280"/>
                  <a:pt x="-247650" y="6755130"/>
                  <a:pt x="-392430" y="6685280"/>
                </a:cubicBezTo>
                <a:cubicBezTo>
                  <a:pt x="-538480" y="6615430"/>
                  <a:pt x="-690880" y="6539230"/>
                  <a:pt x="-820420" y="6447790"/>
                </a:cubicBezTo>
                <a:cubicBezTo>
                  <a:pt x="-948690" y="6355080"/>
                  <a:pt x="-1075690" y="6249670"/>
                  <a:pt x="-1167130" y="6134100"/>
                </a:cubicBezTo>
                <a:cubicBezTo>
                  <a:pt x="-1259840" y="6018530"/>
                  <a:pt x="-1330960" y="5886450"/>
                  <a:pt x="-1372870" y="5755640"/>
                </a:cubicBezTo>
                <a:cubicBezTo>
                  <a:pt x="-1414780" y="5624830"/>
                  <a:pt x="-1424940" y="5483860"/>
                  <a:pt x="-1419860" y="5349240"/>
                </a:cubicBezTo>
                <a:cubicBezTo>
                  <a:pt x="-1414780" y="5214620"/>
                  <a:pt x="-1381760" y="5078730"/>
                  <a:pt x="-1343660" y="4947920"/>
                </a:cubicBezTo>
                <a:cubicBezTo>
                  <a:pt x="-1304290" y="4815840"/>
                  <a:pt x="-1249680" y="4686300"/>
                  <a:pt x="-1184910" y="4559300"/>
                </a:cubicBezTo>
                <a:cubicBezTo>
                  <a:pt x="-1120140" y="4432300"/>
                  <a:pt x="-1047750" y="4305300"/>
                  <a:pt x="-957580" y="4184650"/>
                </a:cubicBezTo>
                <a:cubicBezTo>
                  <a:pt x="-867410" y="4064000"/>
                  <a:pt x="-764540" y="3942080"/>
                  <a:pt x="-642620" y="3832860"/>
                </a:cubicBezTo>
                <a:cubicBezTo>
                  <a:pt x="-520700" y="3723640"/>
                  <a:pt x="-379730" y="3618230"/>
                  <a:pt x="-226060" y="3529330"/>
                </a:cubicBezTo>
                <a:cubicBezTo>
                  <a:pt x="-71120" y="3440430"/>
                  <a:pt x="102870" y="3361690"/>
                  <a:pt x="283210" y="3298190"/>
                </a:cubicBezTo>
                <a:cubicBezTo>
                  <a:pt x="463550" y="3234690"/>
                  <a:pt x="659130" y="3185160"/>
                  <a:pt x="855980" y="3150870"/>
                </a:cubicBezTo>
                <a:cubicBezTo>
                  <a:pt x="1052830" y="3116580"/>
                  <a:pt x="1259840" y="3094990"/>
                  <a:pt x="1463040" y="3093720"/>
                </a:cubicBezTo>
                <a:cubicBezTo>
                  <a:pt x="1666240" y="3091180"/>
                  <a:pt x="1878330" y="3103880"/>
                  <a:pt x="2073910" y="3139440"/>
                </a:cubicBezTo>
                <a:cubicBezTo>
                  <a:pt x="2269490" y="3176270"/>
                  <a:pt x="2467610" y="3232150"/>
                  <a:pt x="2636520" y="3309620"/>
                </a:cubicBezTo>
                <a:cubicBezTo>
                  <a:pt x="2804160" y="3387090"/>
                  <a:pt x="2961640" y="3491230"/>
                  <a:pt x="3083560" y="3602990"/>
                </a:cubicBezTo>
                <a:cubicBezTo>
                  <a:pt x="3205480" y="3714750"/>
                  <a:pt x="3298190" y="3850640"/>
                  <a:pt x="3368040" y="3977640"/>
                </a:cubicBezTo>
                <a:cubicBezTo>
                  <a:pt x="3436620" y="4105910"/>
                  <a:pt x="3469640" y="4244340"/>
                  <a:pt x="3500120" y="4370070"/>
                </a:cubicBezTo>
                <a:cubicBezTo>
                  <a:pt x="3530600" y="4494530"/>
                  <a:pt x="3534410" y="4613910"/>
                  <a:pt x="3549650" y="4726940"/>
                </a:cubicBezTo>
                <a:cubicBezTo>
                  <a:pt x="3566160" y="4838700"/>
                  <a:pt x="3576320" y="4940300"/>
                  <a:pt x="3594100" y="5044440"/>
                </a:cubicBezTo>
                <a:cubicBezTo>
                  <a:pt x="3611880" y="5147310"/>
                  <a:pt x="3637280" y="5245100"/>
                  <a:pt x="3655060" y="5349240"/>
                </a:cubicBezTo>
                <a:close/>
                <a:moveTo>
                  <a:pt x="3924300" y="5349240"/>
                </a:moveTo>
                <a:cubicBezTo>
                  <a:pt x="3950970" y="5466080"/>
                  <a:pt x="3980180" y="5586730"/>
                  <a:pt x="3981450" y="5709920"/>
                </a:cubicBezTo>
                <a:cubicBezTo>
                  <a:pt x="3982720" y="5833110"/>
                  <a:pt x="3970020" y="5961380"/>
                  <a:pt x="3933190" y="6085840"/>
                </a:cubicBezTo>
                <a:cubicBezTo>
                  <a:pt x="3895090" y="6210300"/>
                  <a:pt x="3835400" y="6336030"/>
                  <a:pt x="3757930" y="6452870"/>
                </a:cubicBezTo>
                <a:cubicBezTo>
                  <a:pt x="3680460" y="6570980"/>
                  <a:pt x="3581400" y="6686550"/>
                  <a:pt x="3465830" y="6791960"/>
                </a:cubicBezTo>
                <a:cubicBezTo>
                  <a:pt x="3351530" y="6896100"/>
                  <a:pt x="3218180" y="6997700"/>
                  <a:pt x="3072130" y="7082790"/>
                </a:cubicBezTo>
                <a:cubicBezTo>
                  <a:pt x="2924810" y="7167880"/>
                  <a:pt x="2758440" y="7245350"/>
                  <a:pt x="2585720" y="7299960"/>
                </a:cubicBezTo>
                <a:cubicBezTo>
                  <a:pt x="2413000" y="7355840"/>
                  <a:pt x="2221230" y="7396480"/>
                  <a:pt x="2034540" y="7416800"/>
                </a:cubicBezTo>
                <a:cubicBezTo>
                  <a:pt x="1846580" y="7437120"/>
                  <a:pt x="1649730" y="7433310"/>
                  <a:pt x="1463040" y="7420610"/>
                </a:cubicBezTo>
                <a:cubicBezTo>
                  <a:pt x="1276350" y="7406640"/>
                  <a:pt x="1092200" y="7372350"/>
                  <a:pt x="914400" y="7335520"/>
                </a:cubicBezTo>
                <a:cubicBezTo>
                  <a:pt x="736600" y="7299960"/>
                  <a:pt x="567690" y="7252970"/>
                  <a:pt x="394970" y="7204710"/>
                </a:cubicBezTo>
                <a:cubicBezTo>
                  <a:pt x="223520" y="7157720"/>
                  <a:pt x="54610" y="7109460"/>
                  <a:pt x="-116840" y="7051040"/>
                </a:cubicBezTo>
                <a:cubicBezTo>
                  <a:pt x="-287020" y="6992620"/>
                  <a:pt x="-466090" y="6934200"/>
                  <a:pt x="-631190" y="6856730"/>
                </a:cubicBezTo>
                <a:cubicBezTo>
                  <a:pt x="-796290" y="6779260"/>
                  <a:pt x="-969010" y="6691630"/>
                  <a:pt x="-1109980" y="6587490"/>
                </a:cubicBezTo>
                <a:cubicBezTo>
                  <a:pt x="-1250950" y="6482080"/>
                  <a:pt x="-1383030" y="6357620"/>
                  <a:pt x="-1478280" y="6226810"/>
                </a:cubicBezTo>
                <a:cubicBezTo>
                  <a:pt x="-1573530" y="6094730"/>
                  <a:pt x="-1639570" y="5946140"/>
                  <a:pt x="-1680210" y="5798820"/>
                </a:cubicBezTo>
                <a:cubicBezTo>
                  <a:pt x="-1720850" y="5652770"/>
                  <a:pt x="-1727200" y="5497830"/>
                  <a:pt x="-1720850" y="5349240"/>
                </a:cubicBezTo>
                <a:cubicBezTo>
                  <a:pt x="-1714500" y="5200650"/>
                  <a:pt x="-1682750" y="5050790"/>
                  <a:pt x="-1643380" y="4904740"/>
                </a:cubicBezTo>
                <a:cubicBezTo>
                  <a:pt x="-1604010" y="4757420"/>
                  <a:pt x="-1551940" y="4612640"/>
                  <a:pt x="-1485900" y="4470400"/>
                </a:cubicBezTo>
                <a:cubicBezTo>
                  <a:pt x="-1418590" y="4326890"/>
                  <a:pt x="-1342390" y="4183380"/>
                  <a:pt x="-1243330" y="4047490"/>
                </a:cubicBezTo>
                <a:cubicBezTo>
                  <a:pt x="-1144270" y="3911600"/>
                  <a:pt x="-1028700" y="3775710"/>
                  <a:pt x="-891540" y="3653790"/>
                </a:cubicBezTo>
                <a:cubicBezTo>
                  <a:pt x="-754380" y="3533140"/>
                  <a:pt x="-594360" y="3417570"/>
                  <a:pt x="-420370" y="3319780"/>
                </a:cubicBezTo>
                <a:cubicBezTo>
                  <a:pt x="-247650" y="3221990"/>
                  <a:pt x="-52070" y="3135630"/>
                  <a:pt x="149860" y="3067050"/>
                </a:cubicBezTo>
                <a:cubicBezTo>
                  <a:pt x="351790" y="2997200"/>
                  <a:pt x="568960" y="2942590"/>
                  <a:pt x="787400" y="2905760"/>
                </a:cubicBezTo>
                <a:cubicBezTo>
                  <a:pt x="1007110" y="2868930"/>
                  <a:pt x="1238250" y="2846070"/>
                  <a:pt x="1463040" y="2847340"/>
                </a:cubicBezTo>
                <a:cubicBezTo>
                  <a:pt x="1687830" y="2848610"/>
                  <a:pt x="1922780" y="2867660"/>
                  <a:pt x="2136140" y="2913380"/>
                </a:cubicBezTo>
                <a:cubicBezTo>
                  <a:pt x="2349500" y="2960370"/>
                  <a:pt x="2562860" y="3034030"/>
                  <a:pt x="2741930" y="3126740"/>
                </a:cubicBezTo>
                <a:cubicBezTo>
                  <a:pt x="2921000" y="3219450"/>
                  <a:pt x="3081020" y="3343910"/>
                  <a:pt x="3206750" y="3469640"/>
                </a:cubicBezTo>
                <a:cubicBezTo>
                  <a:pt x="3332480" y="3596640"/>
                  <a:pt x="3422650" y="3747770"/>
                  <a:pt x="3493770" y="3887470"/>
                </a:cubicBezTo>
                <a:cubicBezTo>
                  <a:pt x="3566160" y="4025900"/>
                  <a:pt x="3600450" y="4170680"/>
                  <a:pt x="3638550" y="4302760"/>
                </a:cubicBezTo>
                <a:cubicBezTo>
                  <a:pt x="3677920" y="4433570"/>
                  <a:pt x="3695700" y="4556760"/>
                  <a:pt x="3724910" y="4674870"/>
                </a:cubicBezTo>
                <a:cubicBezTo>
                  <a:pt x="3755390" y="4792980"/>
                  <a:pt x="3787140" y="4899660"/>
                  <a:pt x="3820160" y="5011420"/>
                </a:cubicBezTo>
                <a:cubicBezTo>
                  <a:pt x="3853180" y="5124450"/>
                  <a:pt x="3897630" y="5232400"/>
                  <a:pt x="3924300" y="5349240"/>
                </a:cubicBezTo>
                <a:close/>
                <a:moveTo>
                  <a:pt x="4208780" y="5349240"/>
                </a:moveTo>
                <a:cubicBezTo>
                  <a:pt x="4244340" y="5478780"/>
                  <a:pt x="4274820" y="5615940"/>
                  <a:pt x="4274820" y="5751830"/>
                </a:cubicBezTo>
                <a:cubicBezTo>
                  <a:pt x="4276090" y="5888990"/>
                  <a:pt x="4255770" y="6032500"/>
                  <a:pt x="4212590" y="6169660"/>
                </a:cubicBezTo>
                <a:cubicBezTo>
                  <a:pt x="4168140" y="6306820"/>
                  <a:pt x="4098290" y="6445250"/>
                  <a:pt x="4010660" y="6574790"/>
                </a:cubicBezTo>
                <a:cubicBezTo>
                  <a:pt x="3921760" y="6704330"/>
                  <a:pt x="3811270" y="6832600"/>
                  <a:pt x="3683000" y="6946900"/>
                </a:cubicBezTo>
                <a:cubicBezTo>
                  <a:pt x="3554730" y="7062470"/>
                  <a:pt x="3404870" y="7172960"/>
                  <a:pt x="3241040" y="7264400"/>
                </a:cubicBezTo>
                <a:cubicBezTo>
                  <a:pt x="3075940" y="7355840"/>
                  <a:pt x="2889250" y="7437120"/>
                  <a:pt x="2696210" y="7494270"/>
                </a:cubicBezTo>
                <a:cubicBezTo>
                  <a:pt x="2504440" y="7550150"/>
                  <a:pt x="2292350" y="7588250"/>
                  <a:pt x="2086610" y="7606030"/>
                </a:cubicBezTo>
                <a:cubicBezTo>
                  <a:pt x="1880870" y="7623810"/>
                  <a:pt x="1666240" y="7616190"/>
                  <a:pt x="1463040" y="7600950"/>
                </a:cubicBezTo>
                <a:cubicBezTo>
                  <a:pt x="1259840" y="7585710"/>
                  <a:pt x="1060450" y="7551420"/>
                  <a:pt x="864870" y="7515860"/>
                </a:cubicBezTo>
                <a:cubicBezTo>
                  <a:pt x="668020" y="7481570"/>
                  <a:pt x="480060" y="7439660"/>
                  <a:pt x="285750" y="7395210"/>
                </a:cubicBezTo>
                <a:cubicBezTo>
                  <a:pt x="92710" y="7349490"/>
                  <a:pt x="-102870" y="7305040"/>
                  <a:pt x="-295910" y="7245350"/>
                </a:cubicBezTo>
                <a:cubicBezTo>
                  <a:pt x="-490220" y="7185660"/>
                  <a:pt x="-694690" y="7122160"/>
                  <a:pt x="-878840" y="7035800"/>
                </a:cubicBezTo>
                <a:cubicBezTo>
                  <a:pt x="-1062990" y="6949440"/>
                  <a:pt x="-1250950" y="6846570"/>
                  <a:pt x="-1400810" y="6727190"/>
                </a:cubicBezTo>
                <a:cubicBezTo>
                  <a:pt x="-1551940" y="6607810"/>
                  <a:pt x="-1685290" y="6464300"/>
                  <a:pt x="-1781810" y="6316980"/>
                </a:cubicBezTo>
                <a:cubicBezTo>
                  <a:pt x="-1878330" y="6169660"/>
                  <a:pt x="-1940560" y="6003290"/>
                  <a:pt x="-1979930" y="5842000"/>
                </a:cubicBezTo>
                <a:cubicBezTo>
                  <a:pt x="-2020570" y="5680710"/>
                  <a:pt x="-2025650" y="5513070"/>
                  <a:pt x="-2020570" y="5349240"/>
                </a:cubicBezTo>
                <a:cubicBezTo>
                  <a:pt x="-2015490" y="5185410"/>
                  <a:pt x="-1988820" y="5022850"/>
                  <a:pt x="-1950720" y="4860290"/>
                </a:cubicBezTo>
                <a:cubicBezTo>
                  <a:pt x="-1913890" y="4697730"/>
                  <a:pt x="-1865630" y="4536440"/>
                  <a:pt x="-1795780" y="4377690"/>
                </a:cubicBezTo>
                <a:cubicBezTo>
                  <a:pt x="-1727200" y="4218940"/>
                  <a:pt x="-1644650" y="4057650"/>
                  <a:pt x="-1535430" y="3906520"/>
                </a:cubicBezTo>
                <a:cubicBezTo>
                  <a:pt x="-1426210" y="3755390"/>
                  <a:pt x="-1295400" y="3606800"/>
                  <a:pt x="-1143000" y="3473450"/>
                </a:cubicBezTo>
                <a:cubicBezTo>
                  <a:pt x="-989330" y="3340100"/>
                  <a:pt x="-808990" y="3215640"/>
                  <a:pt x="-615950" y="3108960"/>
                </a:cubicBezTo>
                <a:cubicBezTo>
                  <a:pt x="-422910" y="3002280"/>
                  <a:pt x="-205740" y="2909570"/>
                  <a:pt x="16510" y="2834640"/>
                </a:cubicBezTo>
                <a:cubicBezTo>
                  <a:pt x="238760" y="2759710"/>
                  <a:pt x="478790" y="2698750"/>
                  <a:pt x="720090" y="2660650"/>
                </a:cubicBezTo>
                <a:cubicBezTo>
                  <a:pt x="961390" y="2622550"/>
                  <a:pt x="1217930" y="2598420"/>
                  <a:pt x="1463040" y="2606040"/>
                </a:cubicBezTo>
                <a:cubicBezTo>
                  <a:pt x="1708150" y="2612390"/>
                  <a:pt x="1965960" y="2641600"/>
                  <a:pt x="2194560" y="2701290"/>
                </a:cubicBezTo>
                <a:cubicBezTo>
                  <a:pt x="2423160" y="2760980"/>
                  <a:pt x="2650490" y="2852420"/>
                  <a:pt x="2837180" y="2961640"/>
                </a:cubicBezTo>
                <a:cubicBezTo>
                  <a:pt x="3022600" y="3070860"/>
                  <a:pt x="3185160" y="3214370"/>
                  <a:pt x="3313430" y="3355340"/>
                </a:cubicBezTo>
                <a:cubicBezTo>
                  <a:pt x="3441700" y="3496310"/>
                  <a:pt x="3529330" y="3658870"/>
                  <a:pt x="3606800" y="3806190"/>
                </a:cubicBezTo>
                <a:cubicBezTo>
                  <a:pt x="3684270" y="3952240"/>
                  <a:pt x="3724910" y="4100830"/>
                  <a:pt x="3775710" y="4236720"/>
                </a:cubicBezTo>
                <a:cubicBezTo>
                  <a:pt x="3826510" y="4371340"/>
                  <a:pt x="3864610" y="4495800"/>
                  <a:pt x="3912870" y="4618990"/>
                </a:cubicBezTo>
                <a:cubicBezTo>
                  <a:pt x="3961130" y="4742180"/>
                  <a:pt x="4015740" y="4855210"/>
                  <a:pt x="4065270" y="4977130"/>
                </a:cubicBezTo>
                <a:cubicBezTo>
                  <a:pt x="4114800" y="5097780"/>
                  <a:pt x="4174490" y="5219700"/>
                  <a:pt x="4208780" y="5349240"/>
                </a:cubicBezTo>
                <a:close/>
                <a:moveTo>
                  <a:pt x="4505960" y="5349240"/>
                </a:moveTo>
                <a:cubicBezTo>
                  <a:pt x="4547870" y="5491480"/>
                  <a:pt x="4577080" y="5643880"/>
                  <a:pt x="4574540" y="5795010"/>
                </a:cubicBezTo>
                <a:cubicBezTo>
                  <a:pt x="4573270" y="5946140"/>
                  <a:pt x="4546600" y="6102350"/>
                  <a:pt x="4494530" y="6253480"/>
                </a:cubicBezTo>
                <a:cubicBezTo>
                  <a:pt x="4442460" y="6403340"/>
                  <a:pt x="4364990" y="6555740"/>
                  <a:pt x="4265930" y="6697980"/>
                </a:cubicBezTo>
                <a:cubicBezTo>
                  <a:pt x="4166870" y="6838950"/>
                  <a:pt x="4043680" y="6979920"/>
                  <a:pt x="3901440" y="7104380"/>
                </a:cubicBezTo>
                <a:cubicBezTo>
                  <a:pt x="3757930" y="7228840"/>
                  <a:pt x="3590290" y="7349490"/>
                  <a:pt x="3407410" y="7444740"/>
                </a:cubicBezTo>
                <a:cubicBezTo>
                  <a:pt x="3225800" y="7541260"/>
                  <a:pt x="3016250" y="7623810"/>
                  <a:pt x="2804160" y="7680960"/>
                </a:cubicBezTo>
                <a:cubicBezTo>
                  <a:pt x="2592070" y="7738110"/>
                  <a:pt x="2359660" y="7771130"/>
                  <a:pt x="2136140" y="7786370"/>
                </a:cubicBezTo>
                <a:cubicBezTo>
                  <a:pt x="1912620" y="7802880"/>
                  <a:pt x="1684020" y="7792720"/>
                  <a:pt x="1463040" y="7778750"/>
                </a:cubicBezTo>
                <a:cubicBezTo>
                  <a:pt x="1242060" y="7764780"/>
                  <a:pt x="1028700" y="7733030"/>
                  <a:pt x="812800" y="7703820"/>
                </a:cubicBezTo>
                <a:cubicBezTo>
                  <a:pt x="596900" y="7673340"/>
                  <a:pt x="386080" y="7639050"/>
                  <a:pt x="170180" y="7597140"/>
                </a:cubicBezTo>
                <a:cubicBezTo>
                  <a:pt x="-46990" y="7555230"/>
                  <a:pt x="-269240" y="7513320"/>
                  <a:pt x="-486410" y="7449820"/>
                </a:cubicBezTo>
                <a:cubicBezTo>
                  <a:pt x="-703580" y="7387590"/>
                  <a:pt x="-932180" y="7315200"/>
                  <a:pt x="-1132840" y="7218680"/>
                </a:cubicBezTo>
                <a:cubicBezTo>
                  <a:pt x="-1333500" y="7120890"/>
                  <a:pt x="-1531620" y="7001510"/>
                  <a:pt x="-1689100" y="6865620"/>
                </a:cubicBezTo>
                <a:cubicBezTo>
                  <a:pt x="-1846580" y="6729730"/>
                  <a:pt x="-1978660" y="6568440"/>
                  <a:pt x="-2076450" y="6404610"/>
                </a:cubicBezTo>
                <a:cubicBezTo>
                  <a:pt x="-2174240" y="6240780"/>
                  <a:pt x="-2233930" y="6060440"/>
                  <a:pt x="-2274570" y="5883910"/>
                </a:cubicBezTo>
                <a:cubicBezTo>
                  <a:pt x="-2315210" y="5708650"/>
                  <a:pt x="-2324100" y="5527040"/>
                  <a:pt x="-2322830" y="5349240"/>
                </a:cubicBezTo>
                <a:cubicBezTo>
                  <a:pt x="-2321560" y="5171440"/>
                  <a:pt x="-2303780" y="4992370"/>
                  <a:pt x="-2268220" y="4814570"/>
                </a:cubicBezTo>
                <a:cubicBezTo>
                  <a:pt x="-2233930" y="4636770"/>
                  <a:pt x="-2188210" y="4457700"/>
                  <a:pt x="-2115820" y="4282440"/>
                </a:cubicBezTo>
                <a:cubicBezTo>
                  <a:pt x="-2043430" y="4107180"/>
                  <a:pt x="-1953260" y="3928110"/>
                  <a:pt x="-1832610" y="3764280"/>
                </a:cubicBezTo>
                <a:cubicBezTo>
                  <a:pt x="-1711960" y="3599180"/>
                  <a:pt x="-1564640" y="3436620"/>
                  <a:pt x="-1394460" y="3291840"/>
                </a:cubicBezTo>
                <a:cubicBezTo>
                  <a:pt x="-1224280" y="3148330"/>
                  <a:pt x="-1023620" y="3013710"/>
                  <a:pt x="-811530" y="2899410"/>
                </a:cubicBezTo>
                <a:cubicBezTo>
                  <a:pt x="-598170" y="2783840"/>
                  <a:pt x="-361950" y="2682240"/>
                  <a:pt x="-116840" y="2602230"/>
                </a:cubicBezTo>
                <a:cubicBezTo>
                  <a:pt x="127000" y="2522220"/>
                  <a:pt x="389890" y="2454910"/>
                  <a:pt x="652780" y="2416810"/>
                </a:cubicBezTo>
                <a:cubicBezTo>
                  <a:pt x="916940" y="2378710"/>
                  <a:pt x="1197610" y="2358390"/>
                  <a:pt x="1463040" y="2373630"/>
                </a:cubicBezTo>
                <a:cubicBezTo>
                  <a:pt x="1728470" y="2387600"/>
                  <a:pt x="2005330" y="2432050"/>
                  <a:pt x="2249170" y="2505710"/>
                </a:cubicBezTo>
                <a:cubicBezTo>
                  <a:pt x="2491740" y="2580640"/>
                  <a:pt x="2726690" y="2693670"/>
                  <a:pt x="2918460" y="2819400"/>
                </a:cubicBezTo>
                <a:cubicBezTo>
                  <a:pt x="3111500" y="2943860"/>
                  <a:pt x="3271520" y="3105150"/>
                  <a:pt x="3403600" y="3257550"/>
                </a:cubicBezTo>
                <a:cubicBezTo>
                  <a:pt x="3535680" y="3409950"/>
                  <a:pt x="3624580" y="3578860"/>
                  <a:pt x="3710940" y="3731260"/>
                </a:cubicBezTo>
                <a:cubicBezTo>
                  <a:pt x="3796030" y="3882390"/>
                  <a:pt x="3850640" y="4029710"/>
                  <a:pt x="3917950" y="4168140"/>
                </a:cubicBezTo>
                <a:cubicBezTo>
                  <a:pt x="3986530" y="4305300"/>
                  <a:pt x="4047490" y="4429760"/>
                  <a:pt x="4116070" y="4558030"/>
                </a:cubicBezTo>
                <a:cubicBezTo>
                  <a:pt x="4184650" y="4686300"/>
                  <a:pt x="4264660" y="4806950"/>
                  <a:pt x="4329430" y="4939030"/>
                </a:cubicBezTo>
                <a:cubicBezTo>
                  <a:pt x="4394200" y="5071110"/>
                  <a:pt x="4465320" y="5207000"/>
                  <a:pt x="4505960" y="5349240"/>
                </a:cubicBezTo>
                <a:close/>
                <a:moveTo>
                  <a:pt x="4813300" y="5349240"/>
                </a:moveTo>
                <a:cubicBezTo>
                  <a:pt x="4859020" y="5505450"/>
                  <a:pt x="4884420" y="5673090"/>
                  <a:pt x="4879340" y="5838190"/>
                </a:cubicBezTo>
                <a:cubicBezTo>
                  <a:pt x="4872990" y="6003290"/>
                  <a:pt x="4838700" y="6174740"/>
                  <a:pt x="4780280" y="6338570"/>
                </a:cubicBezTo>
                <a:cubicBezTo>
                  <a:pt x="4720590" y="6502400"/>
                  <a:pt x="4634230" y="6667500"/>
                  <a:pt x="4523740" y="6822440"/>
                </a:cubicBezTo>
                <a:cubicBezTo>
                  <a:pt x="4414520" y="6976110"/>
                  <a:pt x="4278630" y="7128510"/>
                  <a:pt x="4119880" y="7261860"/>
                </a:cubicBezTo>
                <a:cubicBezTo>
                  <a:pt x="3961130" y="7395210"/>
                  <a:pt x="3774440" y="7522210"/>
                  <a:pt x="3572510" y="7621270"/>
                </a:cubicBezTo>
                <a:cubicBezTo>
                  <a:pt x="3369310" y="7721600"/>
                  <a:pt x="3138170" y="7802880"/>
                  <a:pt x="2907030" y="7860030"/>
                </a:cubicBezTo>
                <a:cubicBezTo>
                  <a:pt x="2675890" y="7915910"/>
                  <a:pt x="2425700" y="7945120"/>
                  <a:pt x="2184400" y="7961630"/>
                </a:cubicBezTo>
                <a:cubicBezTo>
                  <a:pt x="1944370" y="7978140"/>
                  <a:pt x="1700530" y="7967980"/>
                  <a:pt x="1463040" y="7957820"/>
                </a:cubicBezTo>
                <a:cubicBezTo>
                  <a:pt x="1225550" y="7947660"/>
                  <a:pt x="994410" y="7924800"/>
                  <a:pt x="758190" y="7900670"/>
                </a:cubicBezTo>
                <a:cubicBezTo>
                  <a:pt x="521970" y="7876540"/>
                  <a:pt x="287020" y="7852410"/>
                  <a:pt x="45720" y="7813040"/>
                </a:cubicBezTo>
                <a:cubicBezTo>
                  <a:pt x="-194310" y="7773670"/>
                  <a:pt x="-447040" y="7733030"/>
                  <a:pt x="-685800" y="7664450"/>
                </a:cubicBezTo>
                <a:cubicBezTo>
                  <a:pt x="-924560" y="7595870"/>
                  <a:pt x="-1174750" y="7513320"/>
                  <a:pt x="-1388110" y="7401560"/>
                </a:cubicBezTo>
                <a:cubicBezTo>
                  <a:pt x="-1602740" y="7291070"/>
                  <a:pt x="-1807210" y="7152640"/>
                  <a:pt x="-1969770" y="7000240"/>
                </a:cubicBezTo>
                <a:cubicBezTo>
                  <a:pt x="-2132330" y="6849110"/>
                  <a:pt x="-2261870" y="6668770"/>
                  <a:pt x="-2362200" y="6489700"/>
                </a:cubicBezTo>
                <a:cubicBezTo>
                  <a:pt x="-2461260" y="6310630"/>
                  <a:pt x="-2520950" y="6116320"/>
                  <a:pt x="-2565400" y="5925820"/>
                </a:cubicBezTo>
                <a:cubicBezTo>
                  <a:pt x="-2611120" y="5736590"/>
                  <a:pt x="-2627630" y="5542280"/>
                  <a:pt x="-2632710" y="5349240"/>
                </a:cubicBezTo>
                <a:cubicBezTo>
                  <a:pt x="-2639060" y="5156200"/>
                  <a:pt x="-2628900" y="4961890"/>
                  <a:pt x="-2598420" y="4767580"/>
                </a:cubicBezTo>
                <a:cubicBezTo>
                  <a:pt x="-2566670" y="4573270"/>
                  <a:pt x="-2522220" y="4375150"/>
                  <a:pt x="-2444750" y="4183380"/>
                </a:cubicBezTo>
                <a:cubicBezTo>
                  <a:pt x="-2367280" y="3992880"/>
                  <a:pt x="-2265680" y="3798570"/>
                  <a:pt x="-2132330" y="3619500"/>
                </a:cubicBezTo>
                <a:cubicBezTo>
                  <a:pt x="-1998980" y="3440430"/>
                  <a:pt x="-1833880" y="3266440"/>
                  <a:pt x="-1645920" y="3111500"/>
                </a:cubicBezTo>
                <a:cubicBezTo>
                  <a:pt x="-1457960" y="2955290"/>
                  <a:pt x="-1238250" y="2811780"/>
                  <a:pt x="-1005840" y="2688590"/>
                </a:cubicBezTo>
                <a:cubicBezTo>
                  <a:pt x="-773430" y="2564130"/>
                  <a:pt x="-516890" y="2454910"/>
                  <a:pt x="-251460" y="2369820"/>
                </a:cubicBezTo>
                <a:cubicBezTo>
                  <a:pt x="13970" y="2284730"/>
                  <a:pt x="300990" y="2213610"/>
                  <a:pt x="586740" y="2178050"/>
                </a:cubicBezTo>
                <a:cubicBezTo>
                  <a:pt x="872490" y="2141220"/>
                  <a:pt x="1178560" y="2128520"/>
                  <a:pt x="1463040" y="2153920"/>
                </a:cubicBezTo>
                <a:cubicBezTo>
                  <a:pt x="1747520" y="2179320"/>
                  <a:pt x="2042160" y="2241550"/>
                  <a:pt x="2296160" y="2332990"/>
                </a:cubicBezTo>
                <a:cubicBezTo>
                  <a:pt x="2550160" y="2423160"/>
                  <a:pt x="2790190" y="2557780"/>
                  <a:pt x="2988310" y="2698750"/>
                </a:cubicBezTo>
                <a:cubicBezTo>
                  <a:pt x="3185160" y="2838450"/>
                  <a:pt x="3345180" y="3013710"/>
                  <a:pt x="3482340" y="3173730"/>
                </a:cubicBezTo>
                <a:cubicBezTo>
                  <a:pt x="3619500" y="3333750"/>
                  <a:pt x="3713480" y="3505200"/>
                  <a:pt x="3812540" y="3657600"/>
                </a:cubicBezTo>
                <a:cubicBezTo>
                  <a:pt x="3910330" y="3811270"/>
                  <a:pt x="3985260" y="3954780"/>
                  <a:pt x="4072890" y="4093210"/>
                </a:cubicBezTo>
                <a:cubicBezTo>
                  <a:pt x="4160520" y="4232910"/>
                  <a:pt x="4250690" y="4357370"/>
                  <a:pt x="4340860" y="4490720"/>
                </a:cubicBezTo>
                <a:cubicBezTo>
                  <a:pt x="4429760" y="4625340"/>
                  <a:pt x="4531360" y="4754880"/>
                  <a:pt x="4611370" y="4898390"/>
                </a:cubicBezTo>
                <a:cubicBezTo>
                  <a:pt x="4690110" y="5041900"/>
                  <a:pt x="4768850" y="5193030"/>
                  <a:pt x="4813300" y="5349240"/>
                </a:cubicBezTo>
                <a:close/>
              </a:path>
            </a:pathLst>
          </a:custGeom>
          <a:noFill/>
          <a:ln w="9525">
            <a:solidFill>
              <a:schemeClr val="tx1">
                <a:alpha val="7000"/>
              </a:schemeClr>
            </a:solidFill>
            <a:prstDash val="solid"/>
            <a:round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Decoration"/>
          <p:cNvSpPr/>
          <p:nvPr/>
        </p:nvSpPr>
        <p:spPr>
          <a:xfrm>
            <a:off x="942340" y="3874770"/>
            <a:ext cx="914400" cy="508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type="body" idx="1"/>
          </p:nvPr>
        </p:nvSpPr>
        <p:spPr>
          <a:xfrm>
            <a:off x="853440" y="1371600"/>
            <a:ext cx="10485120" cy="4114800"/>
          </a:xfrm>
        </p:spPr>
        <p:txBody>
          <a:bodyPr wrap="square" lIns="91440" tIns="45720" rIns="91440" bIns="45720" anchor="ctr" rtlCol="0">
            <a:normAutofit/>
          </a:bodyPr>
          <a:lstStyle>
            <a:lvl1pPr marL="0" indent="0" algn="ctr">
              <a:buNone/>
              <a:defRPr sz="4400" b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53440" y="6426200"/>
            <a:ext cx="2682240" cy="279400"/>
          </a:xfrm>
        </p:spPr>
        <p:txBody>
          <a:bodyPr lIns="0" tIns="0" rIns="0" bIns="0" anchor="t"/>
          <a:lstStyle>
            <a:lvl1pPr algn="l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l"/>
            <a:fld id="{B4D00CEE-8B13-DC8F-5BCD-FC1B7EEF3D03}" type="datetime1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10/14/2026</a:t>
            </a:fld>
            <a:endParaRPr lang="en-US" sz="105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657600" y="6426200"/>
            <a:ext cx="4876800" cy="279400"/>
          </a:xfrm>
        </p:spPr>
        <p:txBody>
          <a:bodyPr lIns="0" tIns="0" rIns="0" bIns="0" anchor="t"/>
          <a:lstStyle>
            <a:lvl1pPr algn="ct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ctr"/>
            <a:endParaRPr lang="en-US" sz="105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56320" y="6426200"/>
            <a:ext cx="2682240" cy="279400"/>
          </a:xfrm>
        </p:spPr>
        <p:txBody>
          <a:bodyPr lIns="0" tIns="0" rIns="0" bIns="0" anchor="t"/>
          <a:lstStyle>
            <a:lvl1pPr algn="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r"/>
            <a:fld id="{F7598B4E-2208-FFB4-BECD-A0BD38731C9E}" type="slidenum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0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/>
            </a:gs>
            <a:gs pos="45000">
              <a:schemeClr val="bg1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3440" y="514350"/>
            <a:ext cx="10485120" cy="960120"/>
          </a:xfrm>
        </p:spPr>
        <p:txBody>
          <a:bodyPr wrap="square" lIns="91440" tIns="45720" rIns="91440" bIns="45720" anchor="b" rtlCol="0">
            <a:normAutofit/>
          </a:bodyPr>
          <a:lstStyle>
            <a:lvl1pPr marL="0" indent="0" algn="l">
              <a:buNone/>
              <a:defRPr sz="4000" b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440" y="1783080"/>
            <a:ext cx="10485120" cy="4389120"/>
          </a:xfrm>
        </p:spPr>
        <p:txBody>
          <a:bodyPr wrap="square" lIns="91440" tIns="45720" rIns="91440" bIns="45720" anchor="t" rtlCol="0">
            <a:normAutofit/>
          </a:bodyPr>
          <a:lstStyle>
            <a:lvl1pPr marL="342900" indent="-342900" algn="l">
              <a:spcBef>
                <a:spcPts val="1000"/>
              </a:spcBef>
              <a:buFont typeface="Arial"/>
              <a:buChar char="•"/>
              <a:defRPr sz="2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>
              <a:spcBef>
                <a:spcPts val="400"/>
              </a:spcBef>
              <a:buFont typeface="Arial"/>
              <a:buChar char="–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>
              <a:spcBef>
                <a:spcPts val="400"/>
              </a:spcBef>
              <a:buFont typeface="Arial"/>
              <a:buChar char="▪"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 algn="l">
              <a:spcBef>
                <a:spcPts val="400"/>
              </a:spcBef>
              <a:buFont typeface="Arial"/>
              <a:buChar char="›"/>
              <a:defRPr sz="16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 algn="l">
              <a:spcBef>
                <a:spcPts val="400"/>
              </a:spcBef>
              <a:buFont typeface="Arial"/>
              <a:buChar char="»"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3440" y="6426200"/>
            <a:ext cx="2682240" cy="279400"/>
          </a:xfrm>
        </p:spPr>
        <p:txBody>
          <a:bodyPr lIns="0" tIns="0" rIns="0" bIns="0" anchor="t"/>
          <a:lstStyle>
            <a:lvl1pPr algn="l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l"/>
            <a:fld id="{D9EF1108-CD92-DAD7-CD62-7CA2867F8891}" type="datetime1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10/14/2026</a:t>
            </a:fld>
            <a:endParaRPr lang="en-US" sz="105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7600" y="6426200"/>
            <a:ext cx="4876800" cy="279400"/>
          </a:xfrm>
        </p:spPr>
        <p:txBody>
          <a:bodyPr lIns="0" tIns="0" rIns="0" bIns="0" anchor="t"/>
          <a:lstStyle>
            <a:lvl1pPr algn="ct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ctr"/>
            <a:endParaRPr lang="en-US" sz="105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56320" y="6426200"/>
            <a:ext cx="2682240" cy="279400"/>
          </a:xfrm>
        </p:spPr>
        <p:txBody>
          <a:bodyPr lIns="0" tIns="0" rIns="0" bIns="0" anchor="t"/>
          <a:lstStyle>
            <a:lvl1pPr algn="r">
              <a:defRPr sz="1050" b="0">
                <a:latin typeface="+mn-lt"/>
                <a:ea typeface="+mn-ea"/>
                <a:cs typeface="+mn-cs"/>
              </a:defRPr>
            </a:lvl1pPr>
          </a:lstStyle>
          <a:p>
            <a:pPr algn="r"/>
            <a:fld id="{81FE48C2-9D2E-BE3A-E109-CE5A61F4EB19}" type="slidenum">
              <a:rPr lang="en-US" sz="1050" dirty="0">
                <a:solidFill>
                  <a:schemeClr val="tx1">
                    <a:alpha val="62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05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marL="0" indent="0" algn="l">
        <a:buNone/>
        <a:defRPr sz="4000" b="0">
          <a:solidFill>
            <a:schemeClr val="tx1"/>
          </a:solidFill>
          <a:latin typeface="+mj-lt"/>
          <a:ea typeface="+mj-ea"/>
          <a:cs typeface="+mj-cs"/>
        </a:defRPr>
      </a:lvl1pPr>
      <a:lvl2pPr marL="457200" indent="0" algn="l">
        <a:buNone/>
        <a:defRPr sz="3800" b="0">
          <a:solidFill>
            <a:schemeClr val="tx1"/>
          </a:solidFill>
          <a:latin typeface="+mj-lt"/>
          <a:ea typeface="+mj-ea"/>
          <a:cs typeface="+mj-cs"/>
        </a:defRPr>
      </a:lvl2pPr>
      <a:lvl3pPr marL="914400" indent="0" algn="l">
        <a:buNone/>
        <a:defRPr sz="3600" b="0">
          <a:solidFill>
            <a:schemeClr val="tx1"/>
          </a:solidFill>
          <a:latin typeface="+mj-lt"/>
          <a:ea typeface="+mj-ea"/>
          <a:cs typeface="+mj-cs"/>
        </a:defRPr>
      </a:lvl3pPr>
      <a:lvl4pPr marL="1371600" indent="0" algn="l">
        <a:buNone/>
        <a:defRPr sz="3400" b="0">
          <a:solidFill>
            <a:schemeClr val="tx1"/>
          </a:solidFill>
          <a:latin typeface="+mj-lt"/>
          <a:ea typeface="+mj-ea"/>
          <a:cs typeface="+mj-cs"/>
        </a:defRPr>
      </a:lvl4pPr>
      <a:lvl5pPr marL="1828800" indent="0" algn="l">
        <a:buNone/>
        <a:defRPr sz="3200" b="0">
          <a:solidFill>
            <a:schemeClr val="tx1"/>
          </a:solidFill>
          <a:latin typeface="+mj-lt"/>
          <a:ea typeface="+mj-ea"/>
          <a:cs typeface="+mj-cs"/>
        </a:defRPr>
      </a:lvl5pPr>
      <a:lvl6pPr marL="2286000" indent="0" algn="l">
        <a:buNone/>
        <a:defRPr sz="3000" b="0">
          <a:solidFill>
            <a:schemeClr val="tx1"/>
          </a:solidFill>
          <a:latin typeface="+mj-lt"/>
          <a:ea typeface="+mj-ea"/>
          <a:cs typeface="+mj-cs"/>
        </a:defRPr>
      </a:lvl6pPr>
      <a:lvl7pPr marL="2743200" indent="0" algn="l">
        <a:buNone/>
        <a:defRPr sz="2800" b="0">
          <a:solidFill>
            <a:schemeClr val="tx1"/>
          </a:solidFill>
          <a:latin typeface="+mj-lt"/>
          <a:ea typeface="+mj-ea"/>
          <a:cs typeface="+mj-cs"/>
        </a:defRPr>
      </a:lvl7pPr>
      <a:lvl8pPr marL="3200400" indent="0" algn="l">
        <a:buNone/>
        <a:defRPr sz="2600" b="0">
          <a:solidFill>
            <a:schemeClr val="tx1"/>
          </a:solidFill>
          <a:latin typeface="+mj-lt"/>
          <a:ea typeface="+mj-ea"/>
          <a:cs typeface="+mj-cs"/>
        </a:defRPr>
      </a:lvl8pPr>
      <a:lvl9pPr marL="3657600" indent="0" algn="l">
        <a:buNone/>
        <a:defRPr sz="2400" b="0">
          <a:solidFill>
            <a:schemeClr val="tx1"/>
          </a:solidFill>
          <a:latin typeface="+mj-lt"/>
          <a:ea typeface="+mj-ea"/>
          <a:cs typeface="+mj-cs"/>
        </a:defRPr>
      </a:lvl9pPr>
    </p:titleStyle>
    <p:bodyStyle>
      <a:lvl1pPr marL="342900" indent="-342900" algn="l">
        <a:spcBef>
          <a:spcPts val="1000"/>
        </a:spcBef>
        <a:buFont typeface="Arial"/>
        <a:buChar char="•"/>
        <a:defRPr sz="2200" b="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>
        <a:spcBef>
          <a:spcPts val="400"/>
        </a:spcBef>
        <a:buFont typeface="Arial"/>
        <a:buChar char="–"/>
        <a:defRPr sz="2000" b="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342900" algn="l">
        <a:spcBef>
          <a:spcPts val="400"/>
        </a:spcBef>
        <a:buFont typeface="Arial"/>
        <a:buChar char="▪"/>
        <a:defRPr sz="1800" b="0">
          <a:solidFill>
            <a:schemeClr val="tx1"/>
          </a:solidFill>
          <a:latin typeface="+mn-lt"/>
          <a:ea typeface="+mn-ea"/>
          <a:cs typeface="+mn-cs"/>
        </a:defRPr>
      </a:lvl3pPr>
      <a:lvl4pPr marL="1714500" indent="-342900" algn="l">
        <a:spcBef>
          <a:spcPts val="400"/>
        </a:spcBef>
        <a:buFont typeface="Arial"/>
        <a:buChar char="›"/>
        <a:defRPr sz="1600" b="0">
          <a:solidFill>
            <a:schemeClr val="tx1"/>
          </a:solidFill>
          <a:latin typeface="+mn-lt"/>
          <a:ea typeface="+mn-ea"/>
          <a:cs typeface="+mn-cs"/>
        </a:defRPr>
      </a:lvl4pPr>
      <a:lvl5pPr marL="2171700" indent="-342900" algn="l">
        <a:spcBef>
          <a:spcPts val="400"/>
        </a:spcBef>
        <a:buFont typeface="Arial"/>
        <a:buChar char="»"/>
        <a:defRPr sz="1400" b="0">
          <a:solidFill>
            <a:schemeClr val="tx1"/>
          </a:solidFill>
          <a:latin typeface="+mn-lt"/>
          <a:ea typeface="+mn-ea"/>
          <a:cs typeface="+mn-cs"/>
        </a:defRPr>
      </a:lvl5pPr>
      <a:lvl6pPr marL="2628900" indent="-342900" algn="l">
        <a:spcBef>
          <a:spcPts val="400"/>
        </a:spcBef>
        <a:buFont typeface="Arial"/>
        <a:buChar char="•"/>
        <a:defRPr sz="1200" b="0">
          <a:solidFill>
            <a:schemeClr val="tx1"/>
          </a:solidFill>
          <a:latin typeface="+mn-lt"/>
          <a:ea typeface="+mn-ea"/>
          <a:cs typeface="+mn-cs"/>
        </a:defRPr>
      </a:lvl6pPr>
      <a:lvl7pPr marL="3086100" indent="-342900" algn="l">
        <a:spcBef>
          <a:spcPts val="400"/>
        </a:spcBef>
        <a:buFont typeface="Arial"/>
        <a:buChar char="–"/>
        <a:defRPr sz="1200" b="0">
          <a:solidFill>
            <a:schemeClr val="tx1"/>
          </a:solidFill>
          <a:latin typeface="+mn-lt"/>
          <a:ea typeface="+mn-ea"/>
          <a:cs typeface="+mn-cs"/>
        </a:defRPr>
      </a:lvl7pPr>
      <a:lvl8pPr marL="3543300" indent="-342900" algn="l">
        <a:spcBef>
          <a:spcPts val="400"/>
        </a:spcBef>
        <a:buFont typeface="Arial"/>
        <a:buChar char="▪"/>
        <a:defRPr sz="1200" b="0">
          <a:solidFill>
            <a:schemeClr val="tx1"/>
          </a:solidFill>
          <a:latin typeface="+mn-lt"/>
          <a:ea typeface="+mn-ea"/>
          <a:cs typeface="+mn-cs"/>
        </a:defRPr>
      </a:lvl8pPr>
      <a:lvl9pPr marL="4000500" indent="-342900" algn="l">
        <a:spcBef>
          <a:spcPts val="400"/>
        </a:spcBef>
        <a:buFont typeface="Arial"/>
        <a:buChar char="›"/>
        <a:defRPr sz="1200" b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Relationship Id="rId6" Type="http://schemas.openxmlformats.org/officeDocument/2006/relationships/image" Target="../media/image5.gif"/><Relationship Id="rId7" Type="http://schemas.openxmlformats.org/officeDocument/2006/relationships/image" Target="../media/image6.png"/><Relationship Id="rId8" Type="http://schemas.openxmlformats.org/officeDocument/2006/relationships/image" Target="../media/image7.bmp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0.png"/><Relationship Id="rId5" Type="http://schemas.microsoft.com/office/2007/relationships/media" Target="../media/media2.webm"/><Relationship Id="rId6" Type="http://schemas.openxmlformats.org/officeDocument/2006/relationships/video" Target="../media/media2.webm"/><Relationship Id="rId7" Type="http://schemas.openxmlformats.org/officeDocument/2006/relationships/image" Target="../media/image11.png"/><Relationship Id="rId8" Type="http://schemas.microsoft.com/office/2007/relationships/media" Target="../media/media3.mp4"/><Relationship Id="rId9" Type="http://schemas.openxmlformats.org/officeDocument/2006/relationships/video" Target="../media/media3.mp4"/><Relationship Id="rId10" Type="http://schemas.openxmlformats.org/officeDocument/2006/relationships/image" Target="../media/image12.png"/><Relationship Id="rId11" Type="http://schemas.microsoft.com/office/2007/relationships/media" Target="../media/media4.wav"/><Relationship Id="rId12" Type="http://schemas.openxmlformats.org/officeDocument/2006/relationships/audio" Target="../media/media4.wav"/><Relationship Id="rId13" Type="http://schemas.openxmlformats.org/officeDocument/2006/relationships/image" Target="../media/image13.png"/><Relationship Id="rId14" Type="http://schemas.microsoft.com/office/2007/relationships/media" Target="../media/media5.mp3"/><Relationship Id="rId15" Type="http://schemas.openxmlformats.org/officeDocument/2006/relationships/audio" Target="../media/media5.mp3"/><Relationship Id="rId16" Type="http://schemas.microsoft.com/office/2007/relationships/media" Target="../media/media6.ogg"/><Relationship Id="rId17" Type="http://schemas.openxmlformats.org/officeDocument/2006/relationships/audio" Target="../media/media6.ogg"/><Relationship Id="rId18" Type="http://schemas.microsoft.com/office/2007/relationships/media" Target="../media/media7.m4a"/><Relationship Id="rId19" Type="http://schemas.openxmlformats.org/officeDocument/2006/relationships/audio" Target="../media/media7.m4a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981200" y="685800"/>
            <a:ext cx="8229600" cy="5486400"/>
          </a:xfrm>
          <a:prstGeom prst="rect">
            <a:avLst/>
          </a:prstGeom>
        </p:spPr>
      </p:pic>
      <p:pic>
        <p:nvPicPr>
          <p:cNvPr id="3" name="Picture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191000" y="1524000"/>
            <a:ext cx="3810000" cy="3810000"/>
          </a:xfrm>
          <a:prstGeom prst="rect">
            <a:avLst/>
          </a:prstGeom>
        </p:spPr>
      </p:pic>
      <p:pic>
        <p:nvPicPr>
          <p:cNvPr id="4" name="Picture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5143500" y="2857500"/>
            <a:ext cx="1905000" cy="1143000"/>
          </a:xfrm>
          <a:prstGeom prst="rect">
            <a:avLst/>
          </a:prstGeom>
        </p:spPr>
      </p:pic>
      <p:pic>
        <p:nvPicPr>
          <p:cNvPr id="5" name="Picture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191000" y="2000250"/>
            <a:ext cx="3810000" cy="2857500"/>
          </a:xfrm>
          <a:prstGeom prst="rect">
            <a:avLst/>
          </a:prstGeom>
        </p:spPr>
      </p:pic>
      <p:pic>
        <p:nvPicPr>
          <p:cNvPr id="6" name="Picture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191000" y="2000250"/>
            <a:ext cx="3810000" cy="2857500"/>
          </a:xfrm>
          <a:prstGeom prst="rect">
            <a:avLst/>
          </a:prstGeom>
        </p:spPr>
      </p:pic>
      <p:pic>
        <p:nvPicPr>
          <p:cNvPr id="7" name="Picture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4191000" y="2000250"/>
            <a:ext cx="3810000" cy="2857500"/>
          </a:xfrm>
          <a:prstGeom prst="rect">
            <a:avLst/>
          </a:prstGeom>
        </p:spPr>
      </p:pic>
      <p:pic>
        <p:nvPicPr>
          <p:cNvPr id="8" name="Picture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  <p:pic>
        <p:nvPicPr>
          <p:cNvPr id="9" name="Picture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4191000" y="2000250"/>
            <a:ext cx="381000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ideo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9BCB7C2F7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54000" y="381000"/>
            <a:ext cx="2540000" cy="1422400"/>
          </a:xfrm>
          <a:prstGeom prst="rect">
            <a:avLst/>
          </a:prstGeom>
        </p:spPr>
      </p:pic>
      <p:pic>
        <p:nvPicPr>
          <p:cNvPr id="3" name="Video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9BCB7C2F7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175000" y="381000"/>
            <a:ext cx="2540000" cy="1422400"/>
          </a:xfrm>
          <a:prstGeom prst="rect">
            <a:avLst/>
          </a:prstGeom>
        </p:spPr>
      </p:pic>
      <p:pic>
        <p:nvPicPr>
          <p:cNvPr id="4" name="Video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9BCB7C2F7}">
                <p14:media xmlns:p14="http://schemas.microsoft.com/office/powerpoint/2010/main" r:embed="rId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6096000" y="381000"/>
            <a:ext cx="2540000" cy="1422400"/>
          </a:xfrm>
          <a:prstGeom prst="rect">
            <a:avLst/>
          </a:prstGeom>
        </p:spPr>
      </p:pic>
      <p:pic>
        <p:nvPicPr>
          <p:cNvPr id="5" name="Audio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9BCB7C2F7}">
                <p14:media xmlns:p14="http://schemas.microsoft.com/office/powerpoint/2010/main" r:embed="rId1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9017000" y="381000"/>
            <a:ext cx="2540000" cy="609600"/>
          </a:xfrm>
          <a:prstGeom prst="rect">
            <a:avLst/>
          </a:prstGeom>
        </p:spPr>
      </p:pic>
      <p:pic>
        <p:nvPicPr>
          <p:cNvPr id="6" name="Audio">
            <a:hlinkClick r:id="" action="ppaction://media"/>
          </p:cNvPr>
          <p:cNvPicPr>
            <a:picLocks noChangeAspect="1"/>
          </p:cNvPicPr>
          <p:nvPr>
            <a:audioFile r:link="rId15"/>
            <p:extLst>
              <p:ext uri="{DAA4B4D4-6D71-4841-9C94-3DE9BCB7C2F7}">
                <p14:media xmlns:p14="http://schemas.microsoft.com/office/powerpoint/2010/main" r:embed="rId14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254000" y="3175000"/>
            <a:ext cx="2540000" cy="609600"/>
          </a:xfrm>
          <a:prstGeom prst="rect">
            <a:avLst/>
          </a:prstGeom>
        </p:spPr>
      </p:pic>
      <p:pic>
        <p:nvPicPr>
          <p:cNvPr id="7" name="Audio">
            <a:hlinkClick r:id="" action="ppaction://media"/>
          </p:cNvPr>
          <p:cNvPicPr>
            <a:picLocks noChangeAspect="1"/>
          </p:cNvPicPr>
          <p:nvPr>
            <a:audioFile r:link="rId17"/>
            <p:extLst>
              <p:ext uri="{DAA4B4D4-6D71-4841-9C94-3DE9BCB7C2F7}">
                <p14:media xmlns:p14="http://schemas.microsoft.com/office/powerpoint/2010/main" r:embed="rId16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3175000" y="3175000"/>
            <a:ext cx="2540000" cy="609600"/>
          </a:xfrm>
          <a:prstGeom prst="rect">
            <a:avLst/>
          </a:prstGeom>
        </p:spPr>
      </p:pic>
      <p:pic>
        <p:nvPicPr>
          <p:cNvPr id="8" name="Audio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9BCB7C2F7}">
                <p14:media xmlns:p14="http://schemas.microsoft.com/office/powerpoint/2010/main" r:embed="rId18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6096000" y="3175000"/>
            <a:ext cx="25400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8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3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4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9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20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5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26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audio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3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audio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7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audio>
              <p:cMediaNode vol="80000">
                <p:cTn id="38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audio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3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audio>
              <p:cMediaNode vol="80000">
                <p:cTn id="44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Aurora">
  <a:themeElements>
    <a:clrScheme name="Aurora">
      <a:dk1>
        <a:srgbClr val="0B1124"/>
      </a:dk1>
      <a:lt1>
        <a:srgbClr val="F3F6FF"/>
      </a:lt1>
      <a:dk2>
        <a:srgbClr val="17213F"/>
      </a:dk2>
      <a:lt2>
        <a:srgbClr val="9AA6C8"/>
      </a:lt2>
      <a:accent1>
        <a:srgbClr val="2DD4BF"/>
      </a:accent1>
      <a:accent2>
        <a:srgbClr val="7B83FF"/>
      </a:accent2>
      <a:accent3>
        <a:srgbClr val="FF6B8A"/>
      </a:accent3>
      <a:accent4>
        <a:srgbClr val="F7C35F"/>
      </a:accent4>
      <a:accent5>
        <a:srgbClr val="4CC9F0"/>
      </a:accent5>
      <a:accent6>
        <a:srgbClr val="B48CFF"/>
      </a:accent6>
      <a:hlink>
        <a:srgbClr val="4CC9F0"/>
      </a:hlink>
      <a:folHlink>
        <a:srgbClr val="B48CFF"/>
      </a:folHlink>
    </a:clrScheme>
    <a:fontScheme name="Aurora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pz:document xmlns:pz="urn:prizma:document" seal="7385fb5666341714">{"app":"Prizma","format":1,"doc":{"v":1,"id":"dgoqn0rg3g6","size":{"w":960,"h":540},"theme":{"id":"aurora","name":"Aurora","variant":0,"colors":{"lt1":"#0B1124","dk1":"#F3F6FF","lt2":"#17213F","dk2":"#9AA6C8","accent1":"#2DD4BF","accent2":"#7B83FF","accent3":"#FF6B8A","accent4":"#F7C35F","accent5":"#4CC9F0","accent6":"#B48CFF","hlink":"#4CC9F0","folHlink":"#B48CFF"},"fonts":{"major":"Segoe UI Semibold","minor":"Segoe UI"}},"slides":[{"id":"swfl7i0g3g6","layout":"title","bg":null,"elements":[{"id":"eywkuf9g3hn","type":"image","x":156,"y":54,"w":648,"h":432,"rot":0,"name":"Picture","src":"mt8i7f3q5","crop":null,"line":null,"natW":1200,"natH":800},{"id":"e5k8nifg3ir","type":"image","x":330,"y":120,"w":300,"h":300,"rot":0,"name":"Picture","src":"mdsqf0qj3","crop":null,"line":null,"natW":400,"natH":400},{"id":"echprjsg3jc","type":"image","x":405,"y":225,"w":150,"h":90,"rot":0,"name":"Picture","src":"mf888c366","crop":null,"line":null,"natW":200,"natH":120},{"id":"e9p2nwog3jw","type":"image","x":330,"y":157.5,"w":300,"h":225,"rot":0,"name":"Picture","src":"mjv4ghq5d","crop":null,"line":null,"natW":400,"natH":300},{"id":"euz05axg3k6","type":"image","x":330,"y":157.5,"w":300,"h":225,"rot":0,"name":"Picture","src":"muiawujda","crop":null,"line":null,"natW":400,"natH":300},{"id":"e4sqa9qg3ln","type":"image","x":330,"y":157.5,"w":300,"h":225,"rot":0,"name":"Picture","src":"m5ohlbq8h","crop":null,"line":null,"natW":400,"natH":300},{"id":"ec3lee2g3m8","type":"image","x":456,"y":246,"w":48,"h":48,"rot":0,"name":"Picture","src":"m4pt9nyqw","crop":null,"line":null,"natW":64,"natH":64},{"id":"e9ckrtzg3mm","type":"image","x":330,"y":157.5,"w":300,"h":225,"rot":0,"name":"Picture","src":"mdax6uk3n","crop":null,"line":null,"natW":400,"natH":300}],"notes":"","hidden":false,"transition":null,"animations":[],"comments":[]},{"id":"sxn142og5dy","layout":"titleContent","bg":null,"elements":[{"id":"eyebseug5f3","type":"video","x":20,"y":30,"w":200,"h":112,"rot":0,"name":"Video","src":"mamyvboml","poster":null,"autoplay":false,"loop":false},{"id":"ectbqmbg5rs","type":"video","x":250,"y":30,"w":200,"h":112,"rot":0,"name":"Video","src":"m1wncr1bp","poster":null,"autoplay":false,"loop":false},{"id":"eb86s1lg63d","type":"video","x":480,"y":30,"w":200,"h":112,"rot":0,"name":"Video","src":"m9m6tnwx8","poster":null,"autoplay":false,"loop":false},{"id":"ecwcyjlg6ex","type":"audio","x":710,"y":30,"w":200,"h":48,"rot":0,"name":"Audio","src":"mnfd0kk0r","poster":null,"autoplay":false,"loop":false},{"id":"ey74zncg6qc","type":"audio","x":20,"y":250,"w":200,"h":48,"rot":0,"name":"Audio","src":"mork2e4mu","poster":null,"autoplay":false,"loop":false},{"id":"e57yjurg71u","type":"audio","x":250,"y":250,"w":200,"h":48,"rot":0,"name":"Audio","src":"md95nnnsj","poster":null,"autoplay":false,"loop":false},{"id":"e0sv3dcg7db","type":"audio","x":480,"y":250,"w":200,"h":48,"rot":0,"name":"Audio","src":"mkfdk9wbp","poster":null,"autoplay":false,"loop":false}],"notes":"","hidden":false,"transition":null,"animations":[],"comments":[]}],"props":{"title":"","author":"","created":1791970750966,"modified":1791970761364},"show":{"loop":false,"presenter":true,"useTimings":true,"display":"auto"},"hf":{"number":false,"footer":"","date":false,"dateText":"","hideOnTitle":true}},"media":{"mt8i7f3q5":{"part":"ppt/media/image1.jpeg","mime":"image/jpeg"},"mdsqf0qj3":{"part":"ppt/media/image2.png","mime":"image/png"},"mf888c366":{"part":"ppt/media/image3.svg","mime":"image/svg+xml"},"mjv4ghq5d":{"part":"ppt/media/image5.gif","mime":"image/gif"},"muiawujda":{"part":"ppt/media/image6.png","mime":"image/png"},"m5ohlbq8h":{"part":"ppt/media/image7.bmp","mime":"image/bmp"},"m4pt9nyqw":{"part":"ppt/media/image8.png","mime":"image/png"},"mdax6uk3n":{"part":"ppt/media/image9.png","mime":"image/png"},"mamyvboml":{"part":"ppt/media/media1.mp4","mime":"video/mp4"},"m1wncr1bp":{"part":"ppt/media/media2.webm","mime":"video/webm"},"m9m6tnwx8":{"part":"ppt/media/media3.mp4","mime":"video/mp4"},"mnfd0kk0r":{"part":"ppt/media/media4.wav","mime":"audio/wav"},"mork2e4mu":{"part":"ppt/media/media5.mp3","mime":"audio/mpeg"},"md95nnnsj":{"part":"ppt/media/media6.ogg","mime":"audio/ogg"},"mkfdk9wbp":{"part":"ppt/media/media7.m4a","mime":"audio/mp4"}}}</pz:document>
</file>

<file path=customXml/itemProps1.xml><?xml version="1.0" encoding="utf-8"?>
<ds:datastoreItem xmlns:ds="http://schemas.openxmlformats.org/officeDocument/2006/customXml" ds:itemID="{41EA1118-FF3C-C50F-C059-A836E784F0D4}">
  <ds:schemaRefs>
    <ds:schemaRef ds:uri="urn:prizma:document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Prizma</Application>
  <PresentationFormat>Custom</PresentationFormat>
  <Slides>2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2026-10-14T09:39:10Z</dcterms:created>
  <dcterms:modified xsi:type="dcterms:W3CDTF">2026-10-14T09:39:21Z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izmaDocument">
    <vt:lpwstr>{"v":1,"theme":{"id":"aurora","name":"Aurora","variant":0},"hf":{"number":false,"footer":"","date":false,"dateText":"","hideOnTitle":true},"show":{"loop":false,"presenter":true,"useTimings":true,"display":"auto"}}</vt:lpwstr>
  </property>
</Properties>
</file>